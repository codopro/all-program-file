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
  </p:notesMasterIdLst>
  <p:sldIdLst>
    <p:sldId id="257" r:id="rId2"/>
    <p:sldId id="258" r:id="rId3"/>
    <p:sldId id="259" r:id="rId4"/>
    <p:sldId id="260" r:id="rId5"/>
    <p:sldId id="261" r:id="rId6"/>
  </p:sldIdLst>
  <p:sldSz cx="6858000" cy="9906000" type="A4"/>
  <p:notesSz cx="7104063" cy="10234613"/>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0E9"/>
    <a:srgbClr val="FBDFDD"/>
    <a:srgbClr val="FCEAED"/>
    <a:srgbClr val="ED798E"/>
    <a:srgbClr val="F9F9F9"/>
    <a:srgbClr val="E9F1F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64" d="100"/>
          <a:sy n="64" d="100"/>
        </p:scale>
        <p:origin x="2019" y="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3078427" cy="513508"/>
          </a:xfrm>
          <a:prstGeom prst="rect">
            <a:avLst/>
          </a:prstGeom>
        </p:spPr>
        <p:txBody>
          <a:bodyPr vert="horz" lIns="99075" tIns="49538" rIns="99075" bIns="49538" rtlCol="0"/>
          <a:lstStyle>
            <a:lvl1pPr algn="l">
              <a:defRPr sz="1300"/>
            </a:lvl1pPr>
          </a:lstStyle>
          <a:p>
            <a:endParaRPr kumimoji="1" lang="ja-JP" altLang="en-US"/>
          </a:p>
        </p:txBody>
      </p:sp>
      <p:sp>
        <p:nvSpPr>
          <p:cNvPr id="3" name="日付プレースホルダー 2"/>
          <p:cNvSpPr>
            <a:spLocks noGrp="1"/>
          </p:cNvSpPr>
          <p:nvPr>
            <p:ph type="dt" idx="1"/>
          </p:nvPr>
        </p:nvSpPr>
        <p:spPr>
          <a:xfrm>
            <a:off x="4023992" y="0"/>
            <a:ext cx="3078427" cy="513508"/>
          </a:xfrm>
          <a:prstGeom prst="rect">
            <a:avLst/>
          </a:prstGeom>
        </p:spPr>
        <p:txBody>
          <a:bodyPr vert="horz" lIns="99075" tIns="49538" rIns="99075" bIns="49538" rtlCol="0"/>
          <a:lstStyle>
            <a:lvl1pPr algn="r">
              <a:defRPr sz="1300"/>
            </a:lvl1pPr>
          </a:lstStyle>
          <a:p>
            <a:fld id="{C4742EC6-09AB-4B76-B9C1-2DB180CE1E0E}" type="datetimeFigureOut">
              <a:rPr kumimoji="1" lang="ja-JP" altLang="en-US" smtClean="0"/>
              <a:t>2024/4/18</a:t>
            </a:fld>
            <a:endParaRPr kumimoji="1" lang="ja-JP" altLang="en-US"/>
          </a:p>
        </p:txBody>
      </p:sp>
      <p:sp>
        <p:nvSpPr>
          <p:cNvPr id="4" name="スライド イメージ プレースホルダー 3"/>
          <p:cNvSpPr>
            <a:spLocks noGrp="1" noRot="1" noChangeAspect="1"/>
          </p:cNvSpPr>
          <p:nvPr>
            <p:ph type="sldImg" idx="2"/>
          </p:nvPr>
        </p:nvSpPr>
        <p:spPr>
          <a:xfrm>
            <a:off x="2357438" y="1279525"/>
            <a:ext cx="2389187" cy="3454400"/>
          </a:xfrm>
          <a:prstGeom prst="rect">
            <a:avLst/>
          </a:prstGeom>
          <a:noFill/>
          <a:ln w="12700">
            <a:solidFill>
              <a:prstClr val="black"/>
            </a:solidFill>
          </a:ln>
        </p:spPr>
        <p:txBody>
          <a:bodyPr vert="horz" lIns="99075" tIns="49538" rIns="99075" bIns="49538" rtlCol="0" anchor="ctr"/>
          <a:lstStyle/>
          <a:p>
            <a:endParaRPr lang="ja-JP" altLang="en-US"/>
          </a:p>
        </p:txBody>
      </p:sp>
      <p:sp>
        <p:nvSpPr>
          <p:cNvPr id="5" name="ノート プレースホルダー 4"/>
          <p:cNvSpPr>
            <a:spLocks noGrp="1"/>
          </p:cNvSpPr>
          <p:nvPr>
            <p:ph type="body" sz="quarter" idx="3"/>
          </p:nvPr>
        </p:nvSpPr>
        <p:spPr>
          <a:xfrm>
            <a:off x="710407" y="4925407"/>
            <a:ext cx="5683250" cy="4029879"/>
          </a:xfrm>
          <a:prstGeom prst="rect">
            <a:avLst/>
          </a:prstGeom>
        </p:spPr>
        <p:txBody>
          <a:bodyPr vert="horz" lIns="99075" tIns="49538" rIns="99075" bIns="49538" rtlCol="0"/>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6" name="フッター プレースホルダー 5"/>
          <p:cNvSpPr>
            <a:spLocks noGrp="1"/>
          </p:cNvSpPr>
          <p:nvPr>
            <p:ph type="ftr" sz="quarter" idx="4"/>
          </p:nvPr>
        </p:nvSpPr>
        <p:spPr>
          <a:xfrm>
            <a:off x="0" y="9721107"/>
            <a:ext cx="3078427" cy="513507"/>
          </a:xfrm>
          <a:prstGeom prst="rect">
            <a:avLst/>
          </a:prstGeom>
        </p:spPr>
        <p:txBody>
          <a:bodyPr vert="horz" lIns="99075" tIns="49538" rIns="99075" bIns="49538" rtlCol="0" anchor="b"/>
          <a:lstStyle>
            <a:lvl1pPr algn="l">
              <a:defRPr sz="1300"/>
            </a:lvl1pPr>
          </a:lstStyle>
          <a:p>
            <a:endParaRPr kumimoji="1" lang="ja-JP" altLang="en-US"/>
          </a:p>
        </p:txBody>
      </p:sp>
      <p:sp>
        <p:nvSpPr>
          <p:cNvPr id="7" name="スライド番号プレースホルダー 6"/>
          <p:cNvSpPr>
            <a:spLocks noGrp="1"/>
          </p:cNvSpPr>
          <p:nvPr>
            <p:ph type="sldNum" sz="quarter" idx="5"/>
          </p:nvPr>
        </p:nvSpPr>
        <p:spPr>
          <a:xfrm>
            <a:off x="4023992" y="9721107"/>
            <a:ext cx="3078427" cy="513507"/>
          </a:xfrm>
          <a:prstGeom prst="rect">
            <a:avLst/>
          </a:prstGeom>
        </p:spPr>
        <p:txBody>
          <a:bodyPr vert="horz" lIns="99075" tIns="49538" rIns="99075" bIns="49538" rtlCol="0" anchor="b"/>
          <a:lstStyle>
            <a:lvl1pPr algn="r">
              <a:defRPr sz="1300"/>
            </a:lvl1pPr>
          </a:lstStyle>
          <a:p>
            <a:fld id="{4F4D6B1C-D17F-4DC1-8475-0DDBD19A5570}" type="slidenum">
              <a:rPr kumimoji="1" lang="ja-JP" altLang="en-US" smtClean="0"/>
              <a:t>‹#›</a:t>
            </a:fld>
            <a:endParaRPr kumimoji="1" lang="ja-JP" altLang="en-US"/>
          </a:p>
        </p:txBody>
      </p:sp>
    </p:spTree>
    <p:extLst>
      <p:ext uri="{BB962C8B-B14F-4D97-AF65-F5344CB8AC3E}">
        <p14:creationId xmlns:p14="http://schemas.microsoft.com/office/powerpoint/2010/main" val="227250809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4F4D6B1C-D17F-4DC1-8475-0DDBD19A5570}" type="slidenum">
              <a:rPr kumimoji="1" lang="ja-JP" altLang="en-US" smtClean="0"/>
              <a:t>1</a:t>
            </a:fld>
            <a:endParaRPr kumimoji="1" lang="ja-JP" altLang="en-US"/>
          </a:p>
        </p:txBody>
      </p:sp>
    </p:spTree>
    <p:extLst>
      <p:ext uri="{BB962C8B-B14F-4D97-AF65-F5344CB8AC3E}">
        <p14:creationId xmlns:p14="http://schemas.microsoft.com/office/powerpoint/2010/main" val="6300878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4F4D6B1C-D17F-4DC1-8475-0DDBD19A5570}" type="slidenum">
              <a:rPr kumimoji="1" lang="ja-JP" altLang="en-US" smtClean="0"/>
              <a:t>2</a:t>
            </a:fld>
            <a:endParaRPr kumimoji="1" lang="ja-JP" altLang="en-US"/>
          </a:p>
        </p:txBody>
      </p:sp>
    </p:spTree>
    <p:extLst>
      <p:ext uri="{BB962C8B-B14F-4D97-AF65-F5344CB8AC3E}">
        <p14:creationId xmlns:p14="http://schemas.microsoft.com/office/powerpoint/2010/main" val="14481101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4F4D6B1C-D17F-4DC1-8475-0DDBD19A5570}" type="slidenum">
              <a:rPr kumimoji="1" lang="ja-JP" altLang="en-US" smtClean="0"/>
              <a:t>3</a:t>
            </a:fld>
            <a:endParaRPr kumimoji="1" lang="ja-JP" altLang="en-US"/>
          </a:p>
        </p:txBody>
      </p:sp>
    </p:spTree>
    <p:extLst>
      <p:ext uri="{BB962C8B-B14F-4D97-AF65-F5344CB8AC3E}">
        <p14:creationId xmlns:p14="http://schemas.microsoft.com/office/powerpoint/2010/main" val="23350142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4F4D6B1C-D17F-4DC1-8475-0DDBD19A5570}" type="slidenum">
              <a:rPr kumimoji="1" lang="ja-JP" altLang="en-US" smtClean="0"/>
              <a:t>4</a:t>
            </a:fld>
            <a:endParaRPr kumimoji="1" lang="ja-JP" altLang="en-US"/>
          </a:p>
        </p:txBody>
      </p:sp>
    </p:spTree>
    <p:extLst>
      <p:ext uri="{BB962C8B-B14F-4D97-AF65-F5344CB8AC3E}">
        <p14:creationId xmlns:p14="http://schemas.microsoft.com/office/powerpoint/2010/main" val="19371924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4F4D6B1C-D17F-4DC1-8475-0DDBD19A5570}" type="slidenum">
              <a:rPr kumimoji="1" lang="ja-JP" altLang="en-US" smtClean="0"/>
              <a:t>5</a:t>
            </a:fld>
            <a:endParaRPr kumimoji="1" lang="ja-JP" altLang="en-US"/>
          </a:p>
        </p:txBody>
      </p:sp>
    </p:spTree>
    <p:extLst>
      <p:ext uri="{BB962C8B-B14F-4D97-AF65-F5344CB8AC3E}">
        <p14:creationId xmlns:p14="http://schemas.microsoft.com/office/powerpoint/2010/main" val="41463301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pic>
        <p:nvPicPr>
          <p:cNvPr id="10" name="図 9"/>
          <p:cNvPicPr>
            <a:picLocks noChangeAspect="1"/>
          </p:cNvPicPr>
          <p:nvPr userDrawn="1"/>
        </p:nvPicPr>
        <p:blipFill>
          <a:blip r:embed="rId2"/>
          <a:stretch>
            <a:fillRect/>
          </a:stretch>
        </p:blipFill>
        <p:spPr>
          <a:xfrm>
            <a:off x="2255" y="-881"/>
            <a:ext cx="6855745" cy="662780"/>
          </a:xfrm>
          <a:prstGeom prst="rect">
            <a:avLst/>
          </a:prstGeom>
        </p:spPr>
      </p:pic>
      <p:sp>
        <p:nvSpPr>
          <p:cNvPr id="2" name="Title 1"/>
          <p:cNvSpPr>
            <a:spLocks noGrp="1"/>
          </p:cNvSpPr>
          <p:nvPr>
            <p:ph type="ctrTitle"/>
          </p:nvPr>
        </p:nvSpPr>
        <p:spPr>
          <a:xfrm>
            <a:off x="2255" y="781292"/>
            <a:ext cx="6215063" cy="1506443"/>
          </a:xfrm>
          <a:prstGeom prst="rect">
            <a:avLst/>
          </a:prstGeom>
        </p:spPr>
        <p:txBody>
          <a:bodyPr anchor="t">
            <a:normAutofit/>
          </a:bodyPr>
          <a:lstStyle>
            <a:lvl1pPr algn="l">
              <a:defRPr sz="2800"/>
            </a:lvl1pPr>
          </a:lstStyle>
          <a:p>
            <a:r>
              <a:rPr lang="ja-JP" altLang="en-US" dirty="0" smtClean="0"/>
              <a:t>マスター タイトルの書式設定</a:t>
            </a:r>
            <a:endParaRPr lang="en-US" dirty="0"/>
          </a:p>
        </p:txBody>
      </p:sp>
      <p:sp>
        <p:nvSpPr>
          <p:cNvPr id="11" name="テキスト ボックス 10"/>
          <p:cNvSpPr txBox="1"/>
          <p:nvPr userDrawn="1"/>
        </p:nvSpPr>
        <p:spPr>
          <a:xfrm>
            <a:off x="2255" y="159373"/>
            <a:ext cx="6853490" cy="461665"/>
          </a:xfrm>
          <a:prstGeom prst="rect">
            <a:avLst/>
          </a:prstGeom>
          <a:noFill/>
        </p:spPr>
        <p:txBody>
          <a:bodyPr wrap="square" rtlCol="0">
            <a:spAutoFit/>
          </a:bodyPr>
          <a:lstStyle/>
          <a:p>
            <a:r>
              <a:rPr kumimoji="1" lang="ja-JP" altLang="en-US" sz="2400" b="1" dirty="0" err="1" smtClean="0">
                <a:solidFill>
                  <a:schemeClr val="bg1"/>
                </a:solidFill>
                <a:latin typeface="ＭＳ Ｐゴシック" panose="020B0600070205080204" pitchFamily="50" charset="-128"/>
                <a:ea typeface="ＭＳ Ｐゴシック" panose="020B0600070205080204" pitchFamily="50" charset="-128"/>
              </a:rPr>
              <a:t>こど</a:t>
            </a:r>
            <a:r>
              <a:rPr kumimoji="1" lang="ja-JP" altLang="en-US" sz="2400" b="1" dirty="0" smtClean="0">
                <a:solidFill>
                  <a:schemeClr val="bg1"/>
                </a:solidFill>
                <a:latin typeface="ＭＳ Ｐゴシック" panose="020B0600070205080204" pitchFamily="50" charset="-128"/>
                <a:ea typeface="ＭＳ Ｐゴシック" panose="020B0600070205080204" pitchFamily="50" charset="-128"/>
              </a:rPr>
              <a:t>プロベーシック</a:t>
            </a:r>
            <a:r>
              <a:rPr kumimoji="1" lang="en-US" altLang="ja-JP" sz="2400" b="1" dirty="0" smtClean="0">
                <a:solidFill>
                  <a:schemeClr val="bg1"/>
                </a:solidFill>
                <a:latin typeface="ＭＳ Ｐゴシック" panose="020B0600070205080204" pitchFamily="50" charset="-128"/>
                <a:ea typeface="ＭＳ Ｐゴシック" panose="020B0600070205080204" pitchFamily="50" charset="-128"/>
              </a:rPr>
              <a:t>2 </a:t>
            </a:r>
            <a:r>
              <a:rPr kumimoji="1" lang="ja-JP" altLang="en-US" sz="2400" b="1" dirty="0" smtClean="0">
                <a:solidFill>
                  <a:schemeClr val="bg1"/>
                </a:solidFill>
                <a:latin typeface="ＭＳ Ｐゴシック" panose="020B0600070205080204" pitchFamily="50" charset="-128"/>
                <a:ea typeface="ＭＳ Ｐゴシック" panose="020B0600070205080204" pitchFamily="50" charset="-128"/>
              </a:rPr>
              <a:t>回答プログラム </a:t>
            </a:r>
            <a:r>
              <a:rPr kumimoji="1" lang="en-US" altLang="ja-JP" sz="2400" b="1" baseline="0" dirty="0" smtClean="0">
                <a:solidFill>
                  <a:schemeClr val="bg1"/>
                </a:solidFill>
                <a:latin typeface="ＭＳ Ｐゴシック" panose="020B0600070205080204" pitchFamily="50" charset="-128"/>
                <a:ea typeface="ＭＳ Ｐゴシック" panose="020B0600070205080204" pitchFamily="50" charset="-128"/>
              </a:rPr>
              <a:t>  5</a:t>
            </a:r>
            <a:r>
              <a:rPr kumimoji="1" lang="ja-JP" altLang="en-US" sz="2400" b="1" baseline="0" dirty="0" smtClean="0">
                <a:solidFill>
                  <a:schemeClr val="bg1"/>
                </a:solidFill>
                <a:latin typeface="ＭＳ Ｐゴシック" panose="020B0600070205080204" pitchFamily="50" charset="-128"/>
                <a:ea typeface="ＭＳ Ｐゴシック" panose="020B0600070205080204" pitchFamily="50" charset="-128"/>
              </a:rPr>
              <a:t>月</a:t>
            </a:r>
            <a:endParaRPr kumimoji="1" lang="ja-JP" altLang="en-US" sz="2400" b="1" dirty="0">
              <a:solidFill>
                <a:schemeClr val="bg1"/>
              </a:solidFill>
              <a:latin typeface="ＭＳ Ｐゴシック" panose="020B0600070205080204" pitchFamily="50" charset="-128"/>
              <a:ea typeface="ＭＳ Ｐゴシック" panose="020B0600070205080204" pitchFamily="50" charset="-128"/>
            </a:endParaRPr>
          </a:p>
        </p:txBody>
      </p:sp>
      <p:sp>
        <p:nvSpPr>
          <p:cNvPr id="14" name="スライド番号プレースホルダー 13"/>
          <p:cNvSpPr>
            <a:spLocks noGrp="1"/>
          </p:cNvSpPr>
          <p:nvPr>
            <p:ph type="sldNum" sz="quarter" idx="12"/>
          </p:nvPr>
        </p:nvSpPr>
        <p:spPr/>
        <p:txBody>
          <a:bodyPr/>
          <a:lstStyle>
            <a:lvl1pPr>
              <a:defRPr sz="1600">
                <a:solidFill>
                  <a:schemeClr val="tx1"/>
                </a:solidFill>
              </a:defRPr>
            </a:lvl1pPr>
          </a:lstStyle>
          <a:p>
            <a:fld id="{8DBAE1CF-20C8-4114-ADB2-E159DA3EDBFD}" type="slidenum">
              <a:rPr lang="ja-JP" altLang="en-US" smtClean="0"/>
              <a:pPr/>
              <a:t>‹#›</a:t>
            </a:fld>
            <a:endParaRPr lang="ja-JP" altLang="en-US" dirty="0"/>
          </a:p>
        </p:txBody>
      </p:sp>
    </p:spTree>
    <p:extLst>
      <p:ext uri="{BB962C8B-B14F-4D97-AF65-F5344CB8AC3E}">
        <p14:creationId xmlns:p14="http://schemas.microsoft.com/office/powerpoint/2010/main" val="2521142959"/>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ja-JP" altLang="en-US" smtClean="0"/>
              <a:t>マスター タイトルの書式設定</a:t>
            </a:r>
            <a:endParaRPr lang="en-US" dirty="0"/>
          </a:p>
        </p:txBody>
      </p:sp>
      <p:sp>
        <p:nvSpPr>
          <p:cNvPr id="3" name="Content Placeholder 2"/>
          <p:cNvSpPr>
            <a:spLocks noGrp="1"/>
          </p:cNvSpPr>
          <p:nvPr>
            <p:ph idx="1"/>
          </p:nvPr>
        </p:nvSpPr>
        <p:spPr>
          <a:xfrm>
            <a:off x="471488" y="2637014"/>
            <a:ext cx="5915025" cy="6285266"/>
          </a:xfrm>
          <a:prstGeom prst="rect">
            <a:avLst/>
          </a:prstGeom>
        </p:spPr>
        <p:txBody>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7B570846-C644-4860-8629-82DAEE2D20F3}" type="datetimeFigureOut">
              <a:rPr kumimoji="1" lang="ja-JP" altLang="en-US" smtClean="0"/>
              <a:t>2024/4/18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8DBAE1CF-20C8-4114-ADB2-E159DA3EDBFD}" type="slidenum">
              <a:rPr kumimoji="1" lang="ja-JP" altLang="en-US" smtClean="0"/>
              <a:t>‹#›</a:t>
            </a:fld>
            <a:endParaRPr kumimoji="1" lang="ja-JP" altLang="en-US"/>
          </a:p>
        </p:txBody>
      </p:sp>
    </p:spTree>
    <p:extLst>
      <p:ext uri="{BB962C8B-B14F-4D97-AF65-F5344CB8AC3E}">
        <p14:creationId xmlns:p14="http://schemas.microsoft.com/office/powerpoint/2010/main" val="2485301973"/>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a:prstGeom prst="rect">
            <a:avLst/>
          </a:prstGeom>
        </p:spPr>
        <p:txBody>
          <a:bodyPr anchor="b"/>
          <a:lstStyle>
            <a:lvl1pPr>
              <a:defRPr sz="4500"/>
            </a:lvl1pPr>
          </a:lstStyle>
          <a:p>
            <a:r>
              <a:rPr lang="ja-JP" altLang="en-US" smtClean="0"/>
              <a:t>マスター タイトルの書式設定</a:t>
            </a:r>
            <a:endParaRPr lang="en-US" dirty="0"/>
          </a:p>
        </p:txBody>
      </p:sp>
      <p:sp>
        <p:nvSpPr>
          <p:cNvPr id="3" name="Text Placeholder 2"/>
          <p:cNvSpPr>
            <a:spLocks noGrp="1"/>
          </p:cNvSpPr>
          <p:nvPr>
            <p:ph type="body" idx="1"/>
          </p:nvPr>
        </p:nvSpPr>
        <p:spPr>
          <a:xfrm>
            <a:off x="467916" y="6629226"/>
            <a:ext cx="5915025" cy="2166937"/>
          </a:xfrm>
          <a:prstGeom prst="rect">
            <a:avLst/>
          </a:prstGeo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ja-JP" altLang="en-US" smtClean="0"/>
              <a:t>マスター テキストの書式設定</a:t>
            </a:r>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7B570846-C644-4860-8629-82DAEE2D20F3}" type="datetimeFigureOut">
              <a:rPr kumimoji="1" lang="ja-JP" altLang="en-US" smtClean="0"/>
              <a:t>2024/4/18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8DBAE1CF-20C8-4114-ADB2-E159DA3EDBFD}" type="slidenum">
              <a:rPr kumimoji="1" lang="ja-JP" altLang="en-US" smtClean="0"/>
              <a:t>‹#›</a:t>
            </a:fld>
            <a:endParaRPr kumimoji="1" lang="ja-JP" altLang="en-US"/>
          </a:p>
        </p:txBody>
      </p:sp>
    </p:spTree>
    <p:extLst>
      <p:ext uri="{BB962C8B-B14F-4D97-AF65-F5344CB8AC3E}">
        <p14:creationId xmlns:p14="http://schemas.microsoft.com/office/powerpoint/2010/main" val="42865211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ja-JP" altLang="en-US" smtClean="0"/>
              <a:t>マスター タイトルの書式設定</a:t>
            </a:r>
            <a:endParaRPr lang="en-US" dirty="0"/>
          </a:p>
        </p:txBody>
      </p:sp>
      <p:sp>
        <p:nvSpPr>
          <p:cNvPr id="3" name="Content Placeholder 2"/>
          <p:cNvSpPr>
            <a:spLocks noGrp="1"/>
          </p:cNvSpPr>
          <p:nvPr>
            <p:ph sz="half" idx="1"/>
          </p:nvPr>
        </p:nvSpPr>
        <p:spPr>
          <a:xfrm>
            <a:off x="471488" y="2637014"/>
            <a:ext cx="2914650" cy="6285266"/>
          </a:xfrm>
          <a:prstGeom prst="rect">
            <a:avLst/>
          </a:prstGeom>
        </p:spPr>
        <p:txBody>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4" name="Content Placeholder 3"/>
          <p:cNvSpPr>
            <a:spLocks noGrp="1"/>
          </p:cNvSpPr>
          <p:nvPr>
            <p:ph sz="half" idx="2"/>
          </p:nvPr>
        </p:nvSpPr>
        <p:spPr>
          <a:xfrm>
            <a:off x="3471863" y="2637014"/>
            <a:ext cx="2914650" cy="6285266"/>
          </a:xfrm>
          <a:prstGeom prst="rect">
            <a:avLst/>
          </a:prstGeom>
        </p:spPr>
        <p:txBody>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7B570846-C644-4860-8629-82DAEE2D20F3}" type="datetimeFigureOut">
              <a:rPr kumimoji="1" lang="ja-JP" altLang="en-US" smtClean="0"/>
              <a:t>2024/4/18</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8DBAE1CF-20C8-4114-ADB2-E159DA3EDBFD}" type="slidenum">
              <a:rPr kumimoji="1" lang="ja-JP" altLang="en-US" smtClean="0"/>
              <a:t>‹#›</a:t>
            </a:fld>
            <a:endParaRPr kumimoji="1" lang="ja-JP" altLang="en-US"/>
          </a:p>
        </p:txBody>
      </p:sp>
    </p:spTree>
    <p:extLst>
      <p:ext uri="{BB962C8B-B14F-4D97-AF65-F5344CB8AC3E}">
        <p14:creationId xmlns:p14="http://schemas.microsoft.com/office/powerpoint/2010/main" val="25203702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a:prstGeom prst="rect">
            <a:avLst/>
          </a:prstGeom>
        </p:spPr>
        <p:txBody>
          <a:bodyPr/>
          <a:lstStyle/>
          <a:p>
            <a:r>
              <a:rPr lang="ja-JP" altLang="en-US" smtClean="0"/>
              <a:t>マスター タイトルの書式設定</a:t>
            </a:r>
            <a:endParaRPr lang="en-US" dirty="0"/>
          </a:p>
        </p:txBody>
      </p:sp>
      <p:sp>
        <p:nvSpPr>
          <p:cNvPr id="3" name="Text Placeholder 2"/>
          <p:cNvSpPr>
            <a:spLocks noGrp="1"/>
          </p:cNvSpPr>
          <p:nvPr>
            <p:ph type="body" idx="1"/>
          </p:nvPr>
        </p:nvSpPr>
        <p:spPr>
          <a:xfrm>
            <a:off x="472381" y="2428347"/>
            <a:ext cx="2901255" cy="1190095"/>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ja-JP" altLang="en-US" smtClean="0"/>
              <a:t>マスター テキストの書式設定</a:t>
            </a:r>
          </a:p>
        </p:txBody>
      </p:sp>
      <p:sp>
        <p:nvSpPr>
          <p:cNvPr id="4" name="Content Placeholder 3"/>
          <p:cNvSpPr>
            <a:spLocks noGrp="1"/>
          </p:cNvSpPr>
          <p:nvPr>
            <p:ph sz="half" idx="2"/>
          </p:nvPr>
        </p:nvSpPr>
        <p:spPr>
          <a:xfrm>
            <a:off x="472381" y="3618442"/>
            <a:ext cx="2901255" cy="5322183"/>
          </a:xfrm>
          <a:prstGeom prst="rect">
            <a:avLst/>
          </a:prstGeom>
        </p:spPr>
        <p:txBody>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5" name="Text Placeholder 4"/>
          <p:cNvSpPr>
            <a:spLocks noGrp="1"/>
          </p:cNvSpPr>
          <p:nvPr>
            <p:ph type="body" sz="quarter" idx="3"/>
          </p:nvPr>
        </p:nvSpPr>
        <p:spPr>
          <a:xfrm>
            <a:off x="3471863" y="2428347"/>
            <a:ext cx="2915543" cy="1190095"/>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ja-JP" altLang="en-US" smtClean="0"/>
              <a:t>マスター テキストの書式設定</a:t>
            </a:r>
          </a:p>
        </p:txBody>
      </p:sp>
      <p:sp>
        <p:nvSpPr>
          <p:cNvPr id="6" name="Content Placeholder 5"/>
          <p:cNvSpPr>
            <a:spLocks noGrp="1"/>
          </p:cNvSpPr>
          <p:nvPr>
            <p:ph sz="quarter" idx="4"/>
          </p:nvPr>
        </p:nvSpPr>
        <p:spPr>
          <a:xfrm>
            <a:off x="3471863" y="3618442"/>
            <a:ext cx="2915543" cy="5322183"/>
          </a:xfrm>
          <a:prstGeom prst="rect">
            <a:avLst/>
          </a:prstGeom>
        </p:spPr>
        <p:txBody>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7" name="Date Placeholder 6"/>
          <p:cNvSpPr>
            <a:spLocks noGrp="1"/>
          </p:cNvSpPr>
          <p:nvPr>
            <p:ph type="dt" sz="half" idx="10"/>
          </p:nvPr>
        </p:nvSpPr>
        <p:spPr>
          <a:xfrm>
            <a:off x="471488" y="9181397"/>
            <a:ext cx="1543050" cy="527403"/>
          </a:xfrm>
          <a:prstGeom prst="rect">
            <a:avLst/>
          </a:prstGeom>
        </p:spPr>
        <p:txBody>
          <a:bodyPr/>
          <a:lstStyle/>
          <a:p>
            <a:fld id="{7B570846-C644-4860-8629-82DAEE2D20F3}" type="datetimeFigureOut">
              <a:rPr kumimoji="1" lang="ja-JP" altLang="en-US" smtClean="0"/>
              <a:t>2024/4/18</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8DBAE1CF-20C8-4114-ADB2-E159DA3EDBFD}" type="slidenum">
              <a:rPr kumimoji="1" lang="ja-JP" altLang="en-US" smtClean="0"/>
              <a:t>‹#›</a:t>
            </a:fld>
            <a:endParaRPr kumimoji="1" lang="ja-JP" altLang="en-US"/>
          </a:p>
        </p:txBody>
      </p:sp>
    </p:spTree>
    <p:extLst>
      <p:ext uri="{BB962C8B-B14F-4D97-AF65-F5344CB8AC3E}">
        <p14:creationId xmlns:p14="http://schemas.microsoft.com/office/powerpoint/2010/main" val="14520406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ja-JP" altLang="en-US" smtClean="0"/>
              <a:t>マスター タイトルの書式設定</a:t>
            </a:r>
            <a:endParaRPr lang="en-US" dirty="0"/>
          </a:p>
        </p:txBody>
      </p:sp>
      <p:sp>
        <p:nvSpPr>
          <p:cNvPr id="3" name="Date Placeholder 2"/>
          <p:cNvSpPr>
            <a:spLocks noGrp="1"/>
          </p:cNvSpPr>
          <p:nvPr>
            <p:ph type="dt" sz="half" idx="10"/>
          </p:nvPr>
        </p:nvSpPr>
        <p:spPr>
          <a:xfrm>
            <a:off x="471488" y="9181397"/>
            <a:ext cx="1543050" cy="527403"/>
          </a:xfrm>
          <a:prstGeom prst="rect">
            <a:avLst/>
          </a:prstGeom>
        </p:spPr>
        <p:txBody>
          <a:bodyPr/>
          <a:lstStyle/>
          <a:p>
            <a:fld id="{7B570846-C644-4860-8629-82DAEE2D20F3}" type="datetimeFigureOut">
              <a:rPr kumimoji="1" lang="ja-JP" altLang="en-US" smtClean="0"/>
              <a:t>2024/4/18</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8DBAE1CF-20C8-4114-ADB2-E159DA3EDBFD}" type="slidenum">
              <a:rPr kumimoji="1" lang="ja-JP" altLang="en-US" smtClean="0"/>
              <a:t>‹#›</a:t>
            </a:fld>
            <a:endParaRPr kumimoji="1" lang="ja-JP" altLang="en-US"/>
          </a:p>
        </p:txBody>
      </p:sp>
    </p:spTree>
    <p:extLst>
      <p:ext uri="{BB962C8B-B14F-4D97-AF65-F5344CB8AC3E}">
        <p14:creationId xmlns:p14="http://schemas.microsoft.com/office/powerpoint/2010/main" val="37455732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71488" y="9181397"/>
            <a:ext cx="1543050" cy="527403"/>
          </a:xfrm>
          <a:prstGeom prst="rect">
            <a:avLst/>
          </a:prstGeom>
        </p:spPr>
        <p:txBody>
          <a:bodyPr/>
          <a:lstStyle/>
          <a:p>
            <a:fld id="{7B570846-C644-4860-8629-82DAEE2D20F3}" type="datetimeFigureOut">
              <a:rPr kumimoji="1" lang="ja-JP" altLang="en-US" smtClean="0"/>
              <a:t>2024/4/18</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8DBAE1CF-20C8-4114-ADB2-E159DA3EDBFD}" type="slidenum">
              <a:rPr kumimoji="1" lang="ja-JP" altLang="en-US" smtClean="0"/>
              <a:t>‹#›</a:t>
            </a:fld>
            <a:endParaRPr kumimoji="1" lang="ja-JP" altLang="en-US"/>
          </a:p>
        </p:txBody>
      </p:sp>
    </p:spTree>
    <p:extLst>
      <p:ext uri="{BB962C8B-B14F-4D97-AF65-F5344CB8AC3E}">
        <p14:creationId xmlns:p14="http://schemas.microsoft.com/office/powerpoint/2010/main" val="2449346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a:prstGeom prst="rect">
            <a:avLst/>
          </a:prstGeom>
        </p:spPr>
        <p:txBody>
          <a:bodyPr anchor="b"/>
          <a:lstStyle>
            <a:lvl1pPr>
              <a:defRPr sz="2400"/>
            </a:lvl1pPr>
          </a:lstStyle>
          <a:p>
            <a:r>
              <a:rPr lang="ja-JP" altLang="en-US" smtClean="0"/>
              <a:t>マスター タイトルの書式設定</a:t>
            </a:r>
            <a:endParaRPr lang="en-US" dirty="0"/>
          </a:p>
        </p:txBody>
      </p:sp>
      <p:sp>
        <p:nvSpPr>
          <p:cNvPr id="3" name="Content Placeholder 2"/>
          <p:cNvSpPr>
            <a:spLocks noGrp="1"/>
          </p:cNvSpPr>
          <p:nvPr>
            <p:ph idx="1"/>
          </p:nvPr>
        </p:nvSpPr>
        <p:spPr>
          <a:xfrm>
            <a:off x="2915543" y="1426283"/>
            <a:ext cx="3471863" cy="7039681"/>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4" name="Text Placeholder 3"/>
          <p:cNvSpPr>
            <a:spLocks noGrp="1"/>
          </p:cNvSpPr>
          <p:nvPr>
            <p:ph type="body" sz="half" idx="2"/>
          </p:nvPr>
        </p:nvSpPr>
        <p:spPr>
          <a:xfrm>
            <a:off x="472381" y="2971800"/>
            <a:ext cx="2211884" cy="5505627"/>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ja-JP" altLang="en-US" smtClean="0"/>
              <a:t>マスター テキストの書式設定</a:t>
            </a:r>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7B570846-C644-4860-8629-82DAEE2D20F3}" type="datetimeFigureOut">
              <a:rPr kumimoji="1" lang="ja-JP" altLang="en-US" smtClean="0"/>
              <a:t>2024/4/18</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8DBAE1CF-20C8-4114-ADB2-E159DA3EDBFD}" type="slidenum">
              <a:rPr kumimoji="1" lang="ja-JP" altLang="en-US" smtClean="0"/>
              <a:t>‹#›</a:t>
            </a:fld>
            <a:endParaRPr kumimoji="1" lang="ja-JP" altLang="en-US"/>
          </a:p>
        </p:txBody>
      </p:sp>
    </p:spTree>
    <p:extLst>
      <p:ext uri="{BB962C8B-B14F-4D97-AF65-F5344CB8AC3E}">
        <p14:creationId xmlns:p14="http://schemas.microsoft.com/office/powerpoint/2010/main" val="2314597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a:prstGeom prst="rect">
            <a:avLst/>
          </a:prstGeom>
        </p:spPr>
        <p:txBody>
          <a:bodyPr anchor="b"/>
          <a:lstStyle>
            <a:lvl1pPr>
              <a:defRPr sz="2400"/>
            </a:lvl1pPr>
          </a:lstStyle>
          <a:p>
            <a:r>
              <a:rPr lang="ja-JP" altLang="en-US" smtClean="0"/>
              <a:t>マスター タイトルの書式設定</a:t>
            </a:r>
            <a:endParaRPr lang="en-US" dirty="0"/>
          </a:p>
        </p:txBody>
      </p:sp>
      <p:sp>
        <p:nvSpPr>
          <p:cNvPr id="3" name="Picture Placeholder 2"/>
          <p:cNvSpPr>
            <a:spLocks noGrp="1" noChangeAspect="1"/>
          </p:cNvSpPr>
          <p:nvPr>
            <p:ph type="pic" idx="1"/>
          </p:nvPr>
        </p:nvSpPr>
        <p:spPr>
          <a:xfrm>
            <a:off x="2915543" y="1426283"/>
            <a:ext cx="3471863" cy="7039681"/>
          </a:xfrm>
          <a:prstGeom prst="rect">
            <a:avLst/>
          </a:prstGeo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ja-JP" altLang="en-US" smtClean="0"/>
              <a:t>図を追加</a:t>
            </a:r>
            <a:endParaRPr lang="en-US" dirty="0"/>
          </a:p>
        </p:txBody>
      </p:sp>
      <p:sp>
        <p:nvSpPr>
          <p:cNvPr id="4" name="Text Placeholder 3"/>
          <p:cNvSpPr>
            <a:spLocks noGrp="1"/>
          </p:cNvSpPr>
          <p:nvPr>
            <p:ph type="body" sz="half" idx="2"/>
          </p:nvPr>
        </p:nvSpPr>
        <p:spPr>
          <a:xfrm>
            <a:off x="472381" y="2971800"/>
            <a:ext cx="2211884" cy="5505627"/>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ja-JP" altLang="en-US" smtClean="0"/>
              <a:t>マスター テキストの書式設定</a:t>
            </a:r>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7B570846-C644-4860-8629-82DAEE2D20F3}" type="datetimeFigureOut">
              <a:rPr kumimoji="1" lang="ja-JP" altLang="en-US" smtClean="0"/>
              <a:t>2024/4/18</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8DBAE1CF-20C8-4114-ADB2-E159DA3EDBFD}" type="slidenum">
              <a:rPr kumimoji="1" lang="ja-JP" altLang="en-US" smtClean="0"/>
              <a:t>‹#›</a:t>
            </a:fld>
            <a:endParaRPr kumimoji="1" lang="ja-JP" altLang="en-US"/>
          </a:p>
        </p:txBody>
      </p:sp>
    </p:spTree>
    <p:extLst>
      <p:ext uri="{BB962C8B-B14F-4D97-AF65-F5344CB8AC3E}">
        <p14:creationId xmlns:p14="http://schemas.microsoft.com/office/powerpoint/2010/main" val="14915497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ja-JP" altLang="en-US" smtClean="0"/>
              <a:t>マスター タイトルの書式設定</a:t>
            </a:r>
            <a:endParaRPr lang="en-US" dirty="0"/>
          </a:p>
        </p:txBody>
      </p:sp>
      <p:sp>
        <p:nvSpPr>
          <p:cNvPr id="3" name="Vertical Text Placeholder 2"/>
          <p:cNvSpPr>
            <a:spLocks noGrp="1"/>
          </p:cNvSpPr>
          <p:nvPr>
            <p:ph type="body" orient="vert" idx="1"/>
          </p:nvPr>
        </p:nvSpPr>
        <p:spPr>
          <a:xfrm>
            <a:off x="471488" y="2637014"/>
            <a:ext cx="5915025" cy="6285266"/>
          </a:xfrm>
          <a:prstGeom prst="rect">
            <a:avLst/>
          </a:prstGeom>
        </p:spPr>
        <p:txBody>
          <a:bodyPr vert="eaVert"/>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7B570846-C644-4860-8629-82DAEE2D20F3}" type="datetimeFigureOut">
              <a:rPr kumimoji="1" lang="ja-JP" altLang="en-US" smtClean="0"/>
              <a:t>2024/4/18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8DBAE1CF-20C8-4114-ADB2-E159DA3EDBFD}" type="slidenum">
              <a:rPr kumimoji="1" lang="ja-JP" altLang="en-US" smtClean="0"/>
              <a:t>‹#›</a:t>
            </a:fld>
            <a:endParaRPr kumimoji="1" lang="ja-JP" altLang="en-US"/>
          </a:p>
        </p:txBody>
      </p:sp>
    </p:spTree>
    <p:extLst>
      <p:ext uri="{BB962C8B-B14F-4D97-AF65-F5344CB8AC3E}">
        <p14:creationId xmlns:p14="http://schemas.microsoft.com/office/powerpoint/2010/main" val="10221977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a:prstGeom prst="rect">
            <a:avLst/>
          </a:prstGeom>
        </p:spPr>
        <p:txBody>
          <a:bodyPr vert="eaVert"/>
          <a:lstStyle/>
          <a:p>
            <a:r>
              <a:rPr lang="ja-JP" altLang="en-US" smtClean="0"/>
              <a:t>マスター タイトルの書式設定</a:t>
            </a:r>
            <a:endParaRPr lang="en-US" dirty="0"/>
          </a:p>
        </p:txBody>
      </p:sp>
      <p:sp>
        <p:nvSpPr>
          <p:cNvPr id="3" name="Vertical Text Placeholder 2"/>
          <p:cNvSpPr>
            <a:spLocks noGrp="1"/>
          </p:cNvSpPr>
          <p:nvPr>
            <p:ph type="body" orient="vert" idx="1"/>
          </p:nvPr>
        </p:nvSpPr>
        <p:spPr>
          <a:xfrm>
            <a:off x="471488" y="527403"/>
            <a:ext cx="4350544" cy="8394877"/>
          </a:xfrm>
          <a:prstGeom prst="rect">
            <a:avLst/>
          </a:prstGeom>
        </p:spPr>
        <p:txBody>
          <a:bodyPr vert="eaVert"/>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7B570846-C644-4860-8629-82DAEE2D20F3}" type="datetimeFigureOut">
              <a:rPr kumimoji="1" lang="ja-JP" altLang="en-US" smtClean="0"/>
              <a:t>2024/4/18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8DBAE1CF-20C8-4114-ADB2-E159DA3EDBFD}" type="slidenum">
              <a:rPr kumimoji="1" lang="ja-JP" altLang="en-US" smtClean="0"/>
              <a:t>‹#›</a:t>
            </a:fld>
            <a:endParaRPr kumimoji="1" lang="ja-JP" altLang="en-US"/>
          </a:p>
        </p:txBody>
      </p:sp>
    </p:spTree>
    <p:extLst>
      <p:ext uri="{BB962C8B-B14F-4D97-AF65-F5344CB8AC3E}">
        <p14:creationId xmlns:p14="http://schemas.microsoft.com/office/powerpoint/2010/main" val="19444285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8DBAE1CF-20C8-4114-ADB2-E159DA3EDBFD}" type="slidenum">
              <a:rPr kumimoji="1" lang="ja-JP" altLang="en-US" smtClean="0"/>
              <a:t>‹#›</a:t>
            </a:fld>
            <a:endParaRPr kumimoji="1" lang="ja-JP" altLang="en-US"/>
          </a:p>
        </p:txBody>
      </p:sp>
    </p:spTree>
    <p:extLst>
      <p:ext uri="{BB962C8B-B14F-4D97-AF65-F5344CB8AC3E}">
        <p14:creationId xmlns:p14="http://schemas.microsoft.com/office/powerpoint/2010/main" val="387776248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par>
    </p:tnLst>
  </p:timing>
  <p:txStyles>
    <p:titleStyle>
      <a:lvl1pPr algn="l" defTabSz="685800" rtl="0" eaLnBrk="1" latinLnBrk="0" hangingPunct="1">
        <a:lnSpc>
          <a:spcPct val="90000"/>
        </a:lnSpc>
        <a:spcBef>
          <a:spcPct val="0"/>
        </a:spcBef>
        <a:buNone/>
        <a:defRPr kumimoji="1"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kumimoji="1"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p:bodyStyle>
    <p:otherStyle>
      <a:defPPr>
        <a:defRPr lang="en-US"/>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image" Target="../media/image12.png"/></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png"/><Relationship Id="rId7"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3.png"/><Relationship Id="rId9" Type="http://schemas.openxmlformats.org/officeDocument/2006/relationships/image" Target="../media/image17.png"/></Relationships>
</file>

<file path=ppt/slides/_rels/slide4.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2.png"/><Relationship Id="rId7" Type="http://schemas.openxmlformats.org/officeDocument/2006/relationships/image" Target="../media/image20.png"/><Relationship Id="rId12" Type="http://schemas.openxmlformats.org/officeDocument/2006/relationships/image" Target="../media/image2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3.png"/><Relationship Id="rId9" Type="http://schemas.openxmlformats.org/officeDocument/2006/relationships/image" Target="../media/image22.png"/></Relationships>
</file>

<file path=ppt/slides/_rels/slide5.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3.png"/><Relationship Id="rId9"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角丸四角形 12"/>
          <p:cNvSpPr/>
          <p:nvPr/>
        </p:nvSpPr>
        <p:spPr>
          <a:xfrm>
            <a:off x="186717" y="1505123"/>
            <a:ext cx="6019210" cy="3662980"/>
          </a:xfrm>
          <a:prstGeom prst="roundRect">
            <a:avLst>
              <a:gd name="adj" fmla="val 7136"/>
            </a:avLst>
          </a:prstGeom>
          <a:solidFill>
            <a:srgbClr val="FBDF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スライド番号プレースホルダー 11"/>
          <p:cNvSpPr>
            <a:spLocks noGrp="1"/>
          </p:cNvSpPr>
          <p:nvPr>
            <p:ph type="sldNum" sz="quarter" idx="12"/>
          </p:nvPr>
        </p:nvSpPr>
        <p:spPr>
          <a:xfrm>
            <a:off x="5002611" y="11008235"/>
            <a:ext cx="1543050" cy="527403"/>
          </a:xfrm>
        </p:spPr>
        <p:txBody>
          <a:bodyPr/>
          <a:lstStyle/>
          <a:p>
            <a:fld id="{8DBAE1CF-20C8-4114-ADB2-E159DA3EDBFD}" type="slidenum">
              <a:rPr kumimoji="1" lang="ja-JP" altLang="en-US" smtClean="0"/>
              <a:t>1</a:t>
            </a:fld>
            <a:endParaRPr kumimoji="1" lang="ja-JP" altLang="en-US" dirty="0"/>
          </a:p>
        </p:txBody>
      </p:sp>
      <p:sp>
        <p:nvSpPr>
          <p:cNvPr id="24" name="角丸四角形 23"/>
          <p:cNvSpPr/>
          <p:nvPr/>
        </p:nvSpPr>
        <p:spPr>
          <a:xfrm>
            <a:off x="277318" y="6296978"/>
            <a:ext cx="5928609" cy="3536569"/>
          </a:xfrm>
          <a:prstGeom prst="roundRect">
            <a:avLst>
              <a:gd name="adj" fmla="val 7136"/>
            </a:avLst>
          </a:prstGeom>
          <a:solidFill>
            <a:srgbClr val="FBDF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39" name="グループ化 38"/>
          <p:cNvGrpSpPr/>
          <p:nvPr/>
        </p:nvGrpSpPr>
        <p:grpSpPr>
          <a:xfrm>
            <a:off x="478536" y="3931612"/>
            <a:ext cx="5055722" cy="998138"/>
            <a:chOff x="636467" y="7958857"/>
            <a:chExt cx="5055722" cy="998138"/>
          </a:xfrm>
        </p:grpSpPr>
        <p:pic>
          <p:nvPicPr>
            <p:cNvPr id="40" name="図 3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17384" y="7958857"/>
              <a:ext cx="580737" cy="716596"/>
            </a:xfrm>
            <a:prstGeom prst="rect">
              <a:avLst/>
            </a:prstGeom>
          </p:spPr>
        </p:pic>
        <p:sp>
          <p:nvSpPr>
            <p:cNvPr id="41" name="テキスト ボックス 40"/>
            <p:cNvSpPr txBox="1"/>
            <p:nvPr/>
          </p:nvSpPr>
          <p:spPr>
            <a:xfrm>
              <a:off x="797010" y="8008015"/>
              <a:ext cx="1012512" cy="473698"/>
            </a:xfrm>
            <a:prstGeom prst="rect">
              <a:avLst/>
            </a:prstGeom>
            <a:noFill/>
          </p:spPr>
          <p:txBody>
            <a:bodyPr wrap="square" rtlCol="0">
              <a:spAutoFit/>
            </a:bodyPr>
            <a:lstStyle/>
            <a:p>
              <a:r>
                <a:rPr lang="en-US" altLang="ja-JP" sz="2400" dirty="0" smtClean="0">
                  <a:solidFill>
                    <a:srgbClr val="00A0E9"/>
                  </a:solidFill>
                  <a:latin typeface="Tw Cen MT Condensed Extra Bold" panose="020B0803020202020204" pitchFamily="34" charset="0"/>
                </a:rPr>
                <a:t>POINT!</a:t>
              </a:r>
              <a:endParaRPr kumimoji="1" lang="ja-JP" altLang="en-US" sz="2400" dirty="0">
                <a:solidFill>
                  <a:srgbClr val="00A0E9"/>
                </a:solidFill>
                <a:latin typeface="Tw Cen MT Condensed Extra Bold" panose="020B0803020202020204" pitchFamily="34" charset="0"/>
              </a:endParaRPr>
            </a:p>
          </p:txBody>
        </p:sp>
        <p:sp>
          <p:nvSpPr>
            <p:cNvPr id="42" name="角丸四角形 41"/>
            <p:cNvSpPr/>
            <p:nvPr/>
          </p:nvSpPr>
          <p:spPr>
            <a:xfrm>
              <a:off x="636467" y="8434139"/>
              <a:ext cx="5055722" cy="522856"/>
            </a:xfrm>
            <a:prstGeom prst="roundRect">
              <a:avLst/>
            </a:prstGeom>
            <a:solidFill>
              <a:schemeClr val="bg1"/>
            </a:solidFill>
            <a:ln w="38100">
              <a:solidFill>
                <a:srgbClr val="00A0E9"/>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ja-JP" altLang="en-US" sz="1200" dirty="0">
                  <a:solidFill>
                    <a:schemeClr val="tx1"/>
                  </a:solidFill>
                  <a:latin typeface="Meiryo UI" panose="020B0604030504040204" pitchFamily="50" charset="-128"/>
                  <a:ea typeface="Meiryo UI" panose="020B0604030504040204" pitchFamily="50" charset="-128"/>
                </a:rPr>
                <a:t>ロボット</a:t>
              </a:r>
              <a:r>
                <a:rPr lang="ja-JP" altLang="en-US" sz="1200" dirty="0" smtClean="0">
                  <a:solidFill>
                    <a:schemeClr val="tx1"/>
                  </a:solidFill>
                  <a:latin typeface="Meiryo UI" panose="020B0604030504040204" pitchFamily="50" charset="-128"/>
                  <a:ea typeface="Meiryo UI" panose="020B0604030504040204" pitchFamily="50" charset="-128"/>
                </a:rPr>
                <a:t>を画面の右端まで動かすプログラムです。</a:t>
              </a:r>
              <a:endParaRPr lang="en-US" altLang="ja-JP" sz="1200" dirty="0" smtClean="0">
                <a:solidFill>
                  <a:schemeClr val="tx1"/>
                </a:solidFill>
                <a:latin typeface="Meiryo UI" panose="020B0604030504040204" pitchFamily="50" charset="-128"/>
                <a:ea typeface="Meiryo UI" panose="020B0604030504040204" pitchFamily="50" charset="-128"/>
              </a:endParaRPr>
            </a:p>
          </p:txBody>
        </p:sp>
      </p:grpSp>
      <p:grpSp>
        <p:nvGrpSpPr>
          <p:cNvPr id="45" name="グループ化 44"/>
          <p:cNvGrpSpPr/>
          <p:nvPr/>
        </p:nvGrpSpPr>
        <p:grpSpPr>
          <a:xfrm>
            <a:off x="521305" y="8501922"/>
            <a:ext cx="5267778" cy="1209785"/>
            <a:chOff x="-2860028" y="8903456"/>
            <a:chExt cx="5267778" cy="1209785"/>
          </a:xfrm>
        </p:grpSpPr>
        <p:pic>
          <p:nvPicPr>
            <p:cNvPr id="46" name="図 4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17379" y="8903456"/>
              <a:ext cx="580737" cy="716596"/>
            </a:xfrm>
            <a:prstGeom prst="rect">
              <a:avLst/>
            </a:prstGeom>
          </p:spPr>
        </p:pic>
        <p:sp>
          <p:nvSpPr>
            <p:cNvPr id="47" name="テキスト ボックス 46"/>
            <p:cNvSpPr txBox="1"/>
            <p:nvPr/>
          </p:nvSpPr>
          <p:spPr>
            <a:xfrm>
              <a:off x="-2637753" y="8952614"/>
              <a:ext cx="1012512" cy="473698"/>
            </a:xfrm>
            <a:prstGeom prst="rect">
              <a:avLst/>
            </a:prstGeom>
            <a:noFill/>
          </p:spPr>
          <p:txBody>
            <a:bodyPr wrap="square" rtlCol="0">
              <a:spAutoFit/>
            </a:bodyPr>
            <a:lstStyle/>
            <a:p>
              <a:r>
                <a:rPr lang="en-US" altLang="ja-JP" sz="2400" dirty="0" smtClean="0">
                  <a:solidFill>
                    <a:srgbClr val="00A0E9"/>
                  </a:solidFill>
                  <a:latin typeface="Tw Cen MT Condensed Extra Bold" panose="020B0803020202020204" pitchFamily="34" charset="0"/>
                </a:rPr>
                <a:t>POINT!</a:t>
              </a:r>
              <a:endParaRPr kumimoji="1" lang="ja-JP" altLang="en-US" sz="2400" dirty="0">
                <a:solidFill>
                  <a:srgbClr val="00A0E9"/>
                </a:solidFill>
                <a:latin typeface="Tw Cen MT Condensed Extra Bold" panose="020B0803020202020204" pitchFamily="34" charset="0"/>
              </a:endParaRPr>
            </a:p>
          </p:txBody>
        </p:sp>
        <p:sp>
          <p:nvSpPr>
            <p:cNvPr id="48" name="角丸四角形 47"/>
            <p:cNvSpPr/>
            <p:nvPr/>
          </p:nvSpPr>
          <p:spPr>
            <a:xfrm>
              <a:off x="-2860028" y="9391904"/>
              <a:ext cx="5267778" cy="721337"/>
            </a:xfrm>
            <a:prstGeom prst="roundRect">
              <a:avLst/>
            </a:prstGeom>
            <a:solidFill>
              <a:schemeClr val="bg1"/>
            </a:solidFill>
            <a:ln w="38100">
              <a:solidFill>
                <a:srgbClr val="00A0E9"/>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ja-JP" altLang="en-US" sz="1200" dirty="0" smtClean="0">
                  <a:solidFill>
                    <a:schemeClr val="tx1"/>
                  </a:solidFill>
                  <a:latin typeface="Meiryo UI" panose="020B0604030504040204" pitchFamily="50" charset="-128"/>
                  <a:ea typeface="Meiryo UI" panose="020B0604030504040204" pitchFamily="50" charset="-128"/>
                </a:rPr>
                <a:t>ロボットを往復させるロボットです。ロボットの向きまで</a:t>
              </a:r>
              <a:r>
                <a:rPr lang="ja-JP" altLang="en-US" sz="1200" dirty="0">
                  <a:solidFill>
                    <a:schemeClr val="tx1"/>
                  </a:solidFill>
                  <a:latin typeface="Meiryo UI" panose="020B0604030504040204" pitchFamily="50" charset="-128"/>
                  <a:ea typeface="Meiryo UI" panose="020B0604030504040204" pitchFamily="50" charset="-128"/>
                </a:rPr>
                <a:t>揃える</a:t>
              </a:r>
              <a:r>
                <a:rPr lang="ja-JP" altLang="en-US" sz="1200" dirty="0" smtClean="0">
                  <a:solidFill>
                    <a:schemeClr val="tx1"/>
                  </a:solidFill>
                  <a:latin typeface="Meiryo UI" panose="020B0604030504040204" pitchFamily="50" charset="-128"/>
                  <a:ea typeface="Meiryo UI" panose="020B0604030504040204" pitchFamily="50" charset="-128"/>
                </a:rPr>
                <a:t>場合はコスチュームを使うのが一番簡単ですが、回転方向を左右のみにして向きを</a:t>
              </a:r>
              <a:r>
                <a:rPr lang="ja-JP" altLang="en-US" sz="1200" dirty="0">
                  <a:solidFill>
                    <a:schemeClr val="tx1"/>
                  </a:solidFill>
                  <a:latin typeface="Meiryo UI" panose="020B0604030504040204" pitchFamily="50" charset="-128"/>
                  <a:ea typeface="Meiryo UI" panose="020B0604030504040204" pitchFamily="50" charset="-128"/>
                </a:rPr>
                <a:t>変える</a:t>
              </a:r>
              <a:r>
                <a:rPr lang="ja-JP" altLang="en-US" sz="1200" dirty="0" smtClean="0">
                  <a:solidFill>
                    <a:schemeClr val="tx1"/>
                  </a:solidFill>
                  <a:latin typeface="Meiryo UI" panose="020B0604030504040204" pitchFamily="50" charset="-128"/>
                  <a:ea typeface="Meiryo UI" panose="020B0604030504040204" pitchFamily="50" charset="-128"/>
                </a:rPr>
                <a:t>事でも可能ですが</a:t>
              </a:r>
              <a:endParaRPr lang="en-US" altLang="ja-JP" sz="1200" dirty="0" smtClean="0">
                <a:solidFill>
                  <a:schemeClr val="tx1"/>
                </a:solidFill>
                <a:latin typeface="Meiryo UI" panose="020B0604030504040204" pitchFamily="50" charset="-128"/>
                <a:ea typeface="Meiryo UI" panose="020B0604030504040204" pitchFamily="50" charset="-128"/>
              </a:endParaRPr>
            </a:p>
            <a:p>
              <a:r>
                <a:rPr lang="ja-JP" altLang="en-US" sz="1200" dirty="0">
                  <a:solidFill>
                    <a:schemeClr val="tx1"/>
                  </a:solidFill>
                  <a:latin typeface="Meiryo UI" panose="020B0604030504040204" pitchFamily="50" charset="-128"/>
                  <a:ea typeface="Meiryo UI" panose="020B0604030504040204" pitchFamily="50" charset="-128"/>
                </a:rPr>
                <a:t>その場合</a:t>
              </a:r>
              <a:r>
                <a:rPr lang="ja-JP" altLang="en-US" sz="1200" dirty="0" smtClean="0">
                  <a:solidFill>
                    <a:schemeClr val="tx1"/>
                  </a:solidFill>
                  <a:latin typeface="Meiryo UI" panose="020B0604030504040204" pitchFamily="50" charset="-128"/>
                  <a:ea typeface="Meiryo UI" panose="020B0604030504040204" pitchFamily="50" charset="-128"/>
                </a:rPr>
                <a:t>は「○○歩動かす」ではなく「</a:t>
              </a:r>
              <a:r>
                <a:rPr lang="en-US" altLang="ja-JP" sz="1200" dirty="0" smtClean="0">
                  <a:solidFill>
                    <a:schemeClr val="tx1"/>
                  </a:solidFill>
                  <a:latin typeface="Meiryo UI" panose="020B0604030504040204" pitchFamily="50" charset="-128"/>
                  <a:ea typeface="Meiryo UI" panose="020B0604030504040204" pitchFamily="50" charset="-128"/>
                </a:rPr>
                <a:t>x</a:t>
              </a:r>
              <a:r>
                <a:rPr lang="ja-JP" altLang="en-US" sz="1200" dirty="0" smtClean="0">
                  <a:solidFill>
                    <a:schemeClr val="tx1"/>
                  </a:solidFill>
                  <a:latin typeface="Meiryo UI" panose="020B0604030504040204" pitchFamily="50" charset="-128"/>
                  <a:ea typeface="Meiryo UI" panose="020B0604030504040204" pitchFamily="50" charset="-128"/>
                </a:rPr>
                <a:t>座標を○○ずつ変える」に置き換え</a:t>
              </a:r>
              <a:r>
                <a:rPr lang="ja-JP" altLang="en-US" sz="1200" dirty="0">
                  <a:solidFill>
                    <a:schemeClr val="tx1"/>
                  </a:solidFill>
                  <a:latin typeface="Meiryo UI" panose="020B0604030504040204" pitchFamily="50" charset="-128"/>
                  <a:ea typeface="Meiryo UI" panose="020B0604030504040204" pitchFamily="50" charset="-128"/>
                </a:rPr>
                <a:t>てください</a:t>
              </a:r>
              <a:r>
                <a:rPr lang="ja-JP" altLang="en-US" sz="1200" dirty="0" smtClean="0">
                  <a:solidFill>
                    <a:schemeClr val="tx1"/>
                  </a:solidFill>
                  <a:latin typeface="Meiryo UI" panose="020B0604030504040204" pitchFamily="50" charset="-128"/>
                  <a:ea typeface="Meiryo UI" panose="020B0604030504040204" pitchFamily="50" charset="-128"/>
                </a:rPr>
                <a:t>。</a:t>
              </a:r>
              <a:endParaRPr lang="en-US" altLang="ja-JP" sz="1200" dirty="0" smtClean="0">
                <a:solidFill>
                  <a:schemeClr val="tx1"/>
                </a:solidFill>
                <a:latin typeface="Meiryo UI" panose="020B0604030504040204" pitchFamily="50" charset="-128"/>
                <a:ea typeface="Meiryo UI" panose="020B0604030504040204" pitchFamily="50" charset="-128"/>
              </a:endParaRPr>
            </a:p>
          </p:txBody>
        </p:sp>
      </p:grpSp>
      <p:pic>
        <p:nvPicPr>
          <p:cNvPr id="18" name="図 17"/>
          <p:cNvPicPr>
            <a:picLocks noChangeAspect="1"/>
          </p:cNvPicPr>
          <p:nvPr/>
        </p:nvPicPr>
        <p:blipFill>
          <a:blip r:embed="rId4"/>
          <a:stretch>
            <a:fillRect/>
          </a:stretch>
        </p:blipFill>
        <p:spPr>
          <a:xfrm>
            <a:off x="3283715" y="1642742"/>
            <a:ext cx="924292" cy="856959"/>
          </a:xfrm>
          <a:prstGeom prst="rect">
            <a:avLst/>
          </a:prstGeom>
        </p:spPr>
      </p:pic>
      <p:pic>
        <p:nvPicPr>
          <p:cNvPr id="43" name="図 42"/>
          <p:cNvPicPr>
            <a:picLocks noChangeAspect="1"/>
          </p:cNvPicPr>
          <p:nvPr/>
        </p:nvPicPr>
        <p:blipFill>
          <a:blip r:embed="rId4"/>
          <a:stretch>
            <a:fillRect/>
          </a:stretch>
        </p:blipFill>
        <p:spPr>
          <a:xfrm>
            <a:off x="3170184" y="6491093"/>
            <a:ext cx="924292" cy="856959"/>
          </a:xfrm>
          <a:prstGeom prst="rect">
            <a:avLst/>
          </a:prstGeom>
        </p:spPr>
      </p:pic>
      <p:pic>
        <p:nvPicPr>
          <p:cNvPr id="3" name="図 2"/>
          <p:cNvPicPr>
            <a:picLocks noChangeAspect="1"/>
          </p:cNvPicPr>
          <p:nvPr/>
        </p:nvPicPr>
        <p:blipFill rotWithShape="1">
          <a:blip r:embed="rId5"/>
          <a:srcRect b="3909"/>
          <a:stretch/>
        </p:blipFill>
        <p:spPr>
          <a:xfrm>
            <a:off x="83882" y="728695"/>
            <a:ext cx="5334264" cy="675694"/>
          </a:xfrm>
          <a:prstGeom prst="rect">
            <a:avLst/>
          </a:prstGeom>
        </p:spPr>
      </p:pic>
      <p:pic>
        <p:nvPicPr>
          <p:cNvPr id="4" name="図 3"/>
          <p:cNvPicPr>
            <a:picLocks noChangeAspect="1"/>
          </p:cNvPicPr>
          <p:nvPr/>
        </p:nvPicPr>
        <p:blipFill>
          <a:blip r:embed="rId6"/>
          <a:stretch>
            <a:fillRect/>
          </a:stretch>
        </p:blipFill>
        <p:spPr>
          <a:xfrm>
            <a:off x="459435" y="1666926"/>
            <a:ext cx="2384311" cy="1881497"/>
          </a:xfrm>
          <a:prstGeom prst="rect">
            <a:avLst/>
          </a:prstGeom>
        </p:spPr>
      </p:pic>
      <p:pic>
        <p:nvPicPr>
          <p:cNvPr id="5" name="図 4"/>
          <p:cNvPicPr>
            <a:picLocks noChangeAspect="1"/>
          </p:cNvPicPr>
          <p:nvPr/>
        </p:nvPicPr>
        <p:blipFill>
          <a:blip r:embed="rId7"/>
          <a:stretch>
            <a:fillRect/>
          </a:stretch>
        </p:blipFill>
        <p:spPr>
          <a:xfrm>
            <a:off x="186717" y="5376263"/>
            <a:ext cx="5307525" cy="655742"/>
          </a:xfrm>
          <a:prstGeom prst="rect">
            <a:avLst/>
          </a:prstGeom>
        </p:spPr>
      </p:pic>
      <p:pic>
        <p:nvPicPr>
          <p:cNvPr id="2" name="図 1"/>
          <p:cNvPicPr>
            <a:picLocks noChangeAspect="1"/>
          </p:cNvPicPr>
          <p:nvPr/>
        </p:nvPicPr>
        <p:blipFill>
          <a:blip r:embed="rId8"/>
          <a:stretch>
            <a:fillRect/>
          </a:stretch>
        </p:blipFill>
        <p:spPr>
          <a:xfrm>
            <a:off x="771106" y="6491093"/>
            <a:ext cx="1760969" cy="1943608"/>
          </a:xfrm>
          <a:prstGeom prst="rect">
            <a:avLst/>
          </a:prstGeom>
        </p:spPr>
      </p:pic>
    </p:spTree>
    <p:extLst>
      <p:ext uri="{BB962C8B-B14F-4D97-AF65-F5344CB8AC3E}">
        <p14:creationId xmlns:p14="http://schemas.microsoft.com/office/powerpoint/2010/main" val="341470426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スライド番号プレースホルダー 11"/>
          <p:cNvSpPr>
            <a:spLocks noGrp="1"/>
          </p:cNvSpPr>
          <p:nvPr>
            <p:ph type="sldNum" sz="quarter" idx="12"/>
          </p:nvPr>
        </p:nvSpPr>
        <p:spPr>
          <a:xfrm>
            <a:off x="5002611" y="11008235"/>
            <a:ext cx="1543050" cy="527403"/>
          </a:xfrm>
        </p:spPr>
        <p:txBody>
          <a:bodyPr/>
          <a:lstStyle/>
          <a:p>
            <a:fld id="{8DBAE1CF-20C8-4114-ADB2-E159DA3EDBFD}" type="slidenum">
              <a:rPr kumimoji="1" lang="ja-JP" altLang="en-US" smtClean="0"/>
              <a:t>2</a:t>
            </a:fld>
            <a:endParaRPr kumimoji="1" lang="ja-JP" altLang="en-US" dirty="0"/>
          </a:p>
        </p:txBody>
      </p:sp>
      <p:sp>
        <p:nvSpPr>
          <p:cNvPr id="24" name="角丸四角形 23"/>
          <p:cNvSpPr/>
          <p:nvPr/>
        </p:nvSpPr>
        <p:spPr>
          <a:xfrm>
            <a:off x="214032" y="1511440"/>
            <a:ext cx="6432657" cy="3446530"/>
          </a:xfrm>
          <a:prstGeom prst="roundRect">
            <a:avLst>
              <a:gd name="adj" fmla="val 7136"/>
            </a:avLst>
          </a:prstGeom>
          <a:solidFill>
            <a:srgbClr val="FBDF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角丸四角形 49"/>
          <p:cNvSpPr/>
          <p:nvPr/>
        </p:nvSpPr>
        <p:spPr>
          <a:xfrm>
            <a:off x="214032" y="5861004"/>
            <a:ext cx="6432657" cy="3761801"/>
          </a:xfrm>
          <a:prstGeom prst="roundRect">
            <a:avLst>
              <a:gd name="adj" fmla="val 7136"/>
            </a:avLst>
          </a:prstGeom>
          <a:solidFill>
            <a:srgbClr val="FBDF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45" name="グループ化 44"/>
          <p:cNvGrpSpPr/>
          <p:nvPr/>
        </p:nvGrpSpPr>
        <p:grpSpPr>
          <a:xfrm>
            <a:off x="504765" y="8136008"/>
            <a:ext cx="5851189" cy="1345270"/>
            <a:chOff x="-1664477" y="9051575"/>
            <a:chExt cx="5851189" cy="1345270"/>
          </a:xfrm>
        </p:grpSpPr>
        <p:pic>
          <p:nvPicPr>
            <p:cNvPr id="46" name="図 4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83561" y="9051575"/>
              <a:ext cx="580737" cy="716596"/>
            </a:xfrm>
            <a:prstGeom prst="rect">
              <a:avLst/>
            </a:prstGeom>
          </p:spPr>
        </p:pic>
        <p:sp>
          <p:nvSpPr>
            <p:cNvPr id="47" name="テキスト ボックス 46"/>
            <p:cNvSpPr txBox="1"/>
            <p:nvPr/>
          </p:nvSpPr>
          <p:spPr>
            <a:xfrm>
              <a:off x="-1664477" y="9098766"/>
              <a:ext cx="1012512" cy="473698"/>
            </a:xfrm>
            <a:prstGeom prst="rect">
              <a:avLst/>
            </a:prstGeom>
            <a:noFill/>
          </p:spPr>
          <p:txBody>
            <a:bodyPr wrap="square" rtlCol="0">
              <a:spAutoFit/>
            </a:bodyPr>
            <a:lstStyle/>
            <a:p>
              <a:r>
                <a:rPr lang="en-US" altLang="ja-JP" sz="2400" dirty="0" smtClean="0">
                  <a:solidFill>
                    <a:srgbClr val="00A0E9"/>
                  </a:solidFill>
                  <a:latin typeface="Tw Cen MT Condensed Extra Bold" panose="020B0803020202020204" pitchFamily="34" charset="0"/>
                </a:rPr>
                <a:t>POINT!</a:t>
              </a:r>
              <a:endParaRPr kumimoji="1" lang="ja-JP" altLang="en-US" sz="2400" dirty="0">
                <a:solidFill>
                  <a:srgbClr val="00A0E9"/>
                </a:solidFill>
                <a:latin typeface="Tw Cen MT Condensed Extra Bold" panose="020B0803020202020204" pitchFamily="34" charset="0"/>
              </a:endParaRPr>
            </a:p>
          </p:txBody>
        </p:sp>
        <p:sp>
          <p:nvSpPr>
            <p:cNvPr id="48" name="角丸四角形 47"/>
            <p:cNvSpPr/>
            <p:nvPr/>
          </p:nvSpPr>
          <p:spPr>
            <a:xfrm>
              <a:off x="-1664477" y="9477560"/>
              <a:ext cx="5851189" cy="919285"/>
            </a:xfrm>
            <a:prstGeom prst="roundRect">
              <a:avLst/>
            </a:prstGeom>
            <a:solidFill>
              <a:schemeClr val="bg1"/>
            </a:solidFill>
            <a:ln w="38100">
              <a:solidFill>
                <a:srgbClr val="00A0E9"/>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ja-JP" altLang="en-US" sz="1200" dirty="0" smtClean="0">
                  <a:solidFill>
                    <a:schemeClr val="tx1"/>
                  </a:solidFill>
                  <a:latin typeface="Meiryo UI" panose="020B0604030504040204" pitchFamily="50" charset="-128"/>
                  <a:ea typeface="Meiryo UI" panose="020B0604030504040204" pitchFamily="50" charset="-128"/>
                </a:rPr>
                <a:t>矢印をクローンで</a:t>
              </a:r>
              <a:r>
                <a:rPr lang="en-US" altLang="ja-JP" sz="1200" dirty="0" smtClean="0">
                  <a:solidFill>
                    <a:schemeClr val="tx1"/>
                  </a:solidFill>
                  <a:latin typeface="Meiryo UI" panose="020B0604030504040204" pitchFamily="50" charset="-128"/>
                  <a:ea typeface="Meiryo UI" panose="020B0604030504040204" pitchFamily="50" charset="-128"/>
                </a:rPr>
                <a:t>4</a:t>
              </a:r>
              <a:r>
                <a:rPr lang="ja-JP" altLang="en-US" sz="1200" dirty="0" err="1" smtClean="0">
                  <a:solidFill>
                    <a:schemeClr val="tx1"/>
                  </a:solidFill>
                  <a:latin typeface="Meiryo UI" panose="020B0604030504040204" pitchFamily="50" charset="-128"/>
                  <a:ea typeface="Meiryo UI" panose="020B0604030504040204" pitchFamily="50" charset="-128"/>
                </a:rPr>
                <a:t>つに</a:t>
              </a:r>
              <a:r>
                <a:rPr lang="ja-JP" altLang="en-US" sz="1200" dirty="0" smtClean="0">
                  <a:solidFill>
                    <a:schemeClr val="tx1"/>
                  </a:solidFill>
                  <a:latin typeface="Meiryo UI" panose="020B0604030504040204" pitchFamily="50" charset="-128"/>
                  <a:ea typeface="Meiryo UI" panose="020B0604030504040204" pitchFamily="50" charset="-128"/>
                </a:rPr>
                <a:t>増やすプログラムです。繰り返す回数を増やすことで数も増えます。</a:t>
              </a:r>
              <a:endParaRPr lang="en-US" altLang="ja-JP" sz="1200" dirty="0" smtClean="0">
                <a:solidFill>
                  <a:schemeClr val="tx1"/>
                </a:solidFill>
                <a:latin typeface="Meiryo UI" panose="020B0604030504040204" pitchFamily="50" charset="-128"/>
                <a:ea typeface="Meiryo UI" panose="020B0604030504040204" pitchFamily="50" charset="-128"/>
              </a:endParaRPr>
            </a:p>
            <a:p>
              <a:r>
                <a:rPr lang="ja-JP" altLang="en-US" sz="1200" dirty="0" smtClean="0">
                  <a:solidFill>
                    <a:schemeClr val="tx1"/>
                  </a:solidFill>
                  <a:latin typeface="Meiryo UI" panose="020B0604030504040204" pitchFamily="50" charset="-128"/>
                  <a:ea typeface="Meiryo UI" panose="020B0604030504040204" pitchFamily="50" charset="-128"/>
                </a:rPr>
                <a:t>クローンされたスプライトは動かすこともできます。ステージ上部の旗や停止をクリックするとクローンは消えます。「旗が押された時」ブロックをそのままクリックすると消えずに永遠に増え続けますので</a:t>
              </a:r>
              <a:r>
                <a:rPr lang="ja-JP" altLang="en-US" sz="1200" dirty="0" smtClean="0">
                  <a:solidFill>
                    <a:schemeClr val="tx1"/>
                  </a:solidFill>
                  <a:latin typeface="Meiryo UI" panose="020B0604030504040204" pitchFamily="50" charset="-128"/>
                  <a:ea typeface="Meiryo UI" panose="020B0604030504040204" pitchFamily="50" charset="-128"/>
                </a:rPr>
                <a:t>注意</a:t>
              </a:r>
              <a:r>
                <a:rPr lang="ja-JP" altLang="en-US" sz="1200" dirty="0">
                  <a:solidFill>
                    <a:schemeClr val="tx1"/>
                  </a:solidFill>
                  <a:latin typeface="Meiryo UI" panose="020B0604030504040204" pitchFamily="50" charset="-128"/>
                  <a:ea typeface="Meiryo UI" panose="020B0604030504040204" pitchFamily="50" charset="-128"/>
                </a:rPr>
                <a:t>して</a:t>
              </a:r>
              <a:r>
                <a:rPr lang="ja-JP" altLang="en-US" sz="1200" dirty="0" smtClean="0">
                  <a:solidFill>
                    <a:schemeClr val="tx1"/>
                  </a:solidFill>
                  <a:latin typeface="Meiryo UI" panose="020B0604030504040204" pitchFamily="50" charset="-128"/>
                  <a:ea typeface="Meiryo UI" panose="020B0604030504040204" pitchFamily="50" charset="-128"/>
                </a:rPr>
                <a:t>ください。</a:t>
              </a:r>
              <a:endParaRPr lang="en-US" altLang="ja-JP" sz="1200" dirty="0" smtClean="0">
                <a:solidFill>
                  <a:schemeClr val="tx1"/>
                </a:solidFill>
                <a:latin typeface="Meiryo UI" panose="020B0604030504040204" pitchFamily="50" charset="-128"/>
                <a:ea typeface="Meiryo UI" panose="020B0604030504040204" pitchFamily="50" charset="-128"/>
              </a:endParaRPr>
            </a:p>
          </p:txBody>
        </p:sp>
      </p:grpSp>
      <p:grpSp>
        <p:nvGrpSpPr>
          <p:cNvPr id="52" name="グループ化 51"/>
          <p:cNvGrpSpPr/>
          <p:nvPr/>
        </p:nvGrpSpPr>
        <p:grpSpPr>
          <a:xfrm>
            <a:off x="318786" y="3719007"/>
            <a:ext cx="6223145" cy="1142582"/>
            <a:chOff x="506790" y="7958857"/>
            <a:chExt cx="6223145" cy="1142582"/>
          </a:xfrm>
        </p:grpSpPr>
        <p:pic>
          <p:nvPicPr>
            <p:cNvPr id="53" name="図 5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17384" y="7958857"/>
              <a:ext cx="580737" cy="716596"/>
            </a:xfrm>
            <a:prstGeom prst="rect">
              <a:avLst/>
            </a:prstGeom>
          </p:spPr>
        </p:pic>
        <p:sp>
          <p:nvSpPr>
            <p:cNvPr id="54" name="テキスト ボックス 53"/>
            <p:cNvSpPr txBox="1"/>
            <p:nvPr/>
          </p:nvSpPr>
          <p:spPr>
            <a:xfrm>
              <a:off x="797010" y="8008015"/>
              <a:ext cx="1012512" cy="473698"/>
            </a:xfrm>
            <a:prstGeom prst="rect">
              <a:avLst/>
            </a:prstGeom>
            <a:noFill/>
          </p:spPr>
          <p:txBody>
            <a:bodyPr wrap="square" rtlCol="0">
              <a:spAutoFit/>
            </a:bodyPr>
            <a:lstStyle/>
            <a:p>
              <a:r>
                <a:rPr lang="en-US" altLang="ja-JP" sz="2400" dirty="0" smtClean="0">
                  <a:solidFill>
                    <a:srgbClr val="00A0E9"/>
                  </a:solidFill>
                  <a:latin typeface="Tw Cen MT Condensed Extra Bold" panose="020B0803020202020204" pitchFamily="34" charset="0"/>
                </a:rPr>
                <a:t>POINT!</a:t>
              </a:r>
              <a:endParaRPr kumimoji="1" lang="ja-JP" altLang="en-US" sz="2400" dirty="0">
                <a:solidFill>
                  <a:srgbClr val="00A0E9"/>
                </a:solidFill>
                <a:latin typeface="Tw Cen MT Condensed Extra Bold" panose="020B0803020202020204" pitchFamily="34" charset="0"/>
              </a:endParaRPr>
            </a:p>
          </p:txBody>
        </p:sp>
        <p:sp>
          <p:nvSpPr>
            <p:cNvPr id="55" name="角丸四角形 54"/>
            <p:cNvSpPr/>
            <p:nvPr/>
          </p:nvSpPr>
          <p:spPr>
            <a:xfrm>
              <a:off x="506790" y="8434139"/>
              <a:ext cx="6223145" cy="667300"/>
            </a:xfrm>
            <a:prstGeom prst="roundRect">
              <a:avLst/>
            </a:prstGeom>
            <a:solidFill>
              <a:schemeClr val="bg1"/>
            </a:solidFill>
            <a:ln w="38100">
              <a:solidFill>
                <a:srgbClr val="00A0E9"/>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ja-JP" altLang="en-US" sz="1200" dirty="0" smtClean="0">
                  <a:solidFill>
                    <a:schemeClr val="tx1"/>
                  </a:solidFill>
                  <a:latin typeface="Meiryo UI" panose="020B0604030504040204" pitchFamily="50" charset="-128"/>
                  <a:ea typeface="Meiryo UI" panose="020B0604030504040204" pitchFamily="50" charset="-128"/>
                </a:rPr>
                <a:t>ロボットがリンゴのスプライトに触れるまで動いて、触れたら止まるプログラムです。</a:t>
              </a:r>
              <a:endParaRPr lang="en-US" altLang="ja-JP" sz="1200" dirty="0" smtClean="0">
                <a:solidFill>
                  <a:schemeClr val="tx1"/>
                </a:solidFill>
                <a:latin typeface="Meiryo UI" panose="020B0604030504040204" pitchFamily="50" charset="-128"/>
                <a:ea typeface="Meiryo UI" panose="020B0604030504040204" pitchFamily="50" charset="-128"/>
              </a:endParaRPr>
            </a:p>
          </p:txBody>
        </p:sp>
      </p:grpSp>
      <p:pic>
        <p:nvPicPr>
          <p:cNvPr id="39" name="図 38"/>
          <p:cNvPicPr>
            <a:picLocks noChangeAspect="1"/>
          </p:cNvPicPr>
          <p:nvPr/>
        </p:nvPicPr>
        <p:blipFill>
          <a:blip r:embed="rId4"/>
          <a:stretch>
            <a:fillRect/>
          </a:stretch>
        </p:blipFill>
        <p:spPr>
          <a:xfrm>
            <a:off x="3237501" y="1567426"/>
            <a:ext cx="924292" cy="856959"/>
          </a:xfrm>
          <a:prstGeom prst="rect">
            <a:avLst/>
          </a:prstGeom>
        </p:spPr>
      </p:pic>
      <p:pic>
        <p:nvPicPr>
          <p:cNvPr id="14" name="図 13"/>
          <p:cNvPicPr>
            <a:picLocks noChangeAspect="1"/>
          </p:cNvPicPr>
          <p:nvPr/>
        </p:nvPicPr>
        <p:blipFill>
          <a:blip r:embed="rId5"/>
          <a:stretch>
            <a:fillRect/>
          </a:stretch>
        </p:blipFill>
        <p:spPr>
          <a:xfrm>
            <a:off x="504765" y="1640646"/>
            <a:ext cx="2442003" cy="1898829"/>
          </a:xfrm>
          <a:prstGeom prst="rect">
            <a:avLst/>
          </a:prstGeom>
        </p:spPr>
      </p:pic>
      <p:pic>
        <p:nvPicPr>
          <p:cNvPr id="23" name="図 22"/>
          <p:cNvPicPr>
            <a:picLocks noChangeAspect="1"/>
          </p:cNvPicPr>
          <p:nvPr/>
        </p:nvPicPr>
        <p:blipFill>
          <a:blip r:embed="rId6"/>
          <a:stretch>
            <a:fillRect/>
          </a:stretch>
        </p:blipFill>
        <p:spPr>
          <a:xfrm>
            <a:off x="152589" y="753584"/>
            <a:ext cx="5320066" cy="657581"/>
          </a:xfrm>
          <a:prstGeom prst="rect">
            <a:avLst/>
          </a:prstGeom>
        </p:spPr>
      </p:pic>
      <p:pic>
        <p:nvPicPr>
          <p:cNvPr id="25" name="図 24"/>
          <p:cNvPicPr>
            <a:picLocks noChangeAspect="1"/>
          </p:cNvPicPr>
          <p:nvPr/>
        </p:nvPicPr>
        <p:blipFill>
          <a:blip r:embed="rId7"/>
          <a:stretch>
            <a:fillRect/>
          </a:stretch>
        </p:blipFill>
        <p:spPr>
          <a:xfrm>
            <a:off x="214032" y="5077394"/>
            <a:ext cx="5381509" cy="664186"/>
          </a:xfrm>
          <a:prstGeom prst="rect">
            <a:avLst/>
          </a:prstGeom>
        </p:spPr>
      </p:pic>
      <p:pic>
        <p:nvPicPr>
          <p:cNvPr id="26" name="図 25"/>
          <p:cNvPicPr>
            <a:picLocks noChangeAspect="1"/>
          </p:cNvPicPr>
          <p:nvPr/>
        </p:nvPicPr>
        <p:blipFill>
          <a:blip r:embed="rId8"/>
          <a:stretch>
            <a:fillRect/>
          </a:stretch>
        </p:blipFill>
        <p:spPr>
          <a:xfrm>
            <a:off x="432615" y="6011767"/>
            <a:ext cx="2419956" cy="2004817"/>
          </a:xfrm>
          <a:prstGeom prst="rect">
            <a:avLst/>
          </a:prstGeom>
        </p:spPr>
      </p:pic>
      <p:pic>
        <p:nvPicPr>
          <p:cNvPr id="27" name="図 26"/>
          <p:cNvPicPr>
            <a:picLocks noChangeAspect="1"/>
          </p:cNvPicPr>
          <p:nvPr/>
        </p:nvPicPr>
        <p:blipFill>
          <a:blip r:embed="rId9"/>
          <a:stretch>
            <a:fillRect/>
          </a:stretch>
        </p:blipFill>
        <p:spPr>
          <a:xfrm>
            <a:off x="3257505" y="6011767"/>
            <a:ext cx="884284" cy="816617"/>
          </a:xfrm>
          <a:prstGeom prst="rect">
            <a:avLst/>
          </a:prstGeom>
        </p:spPr>
      </p:pic>
    </p:spTree>
    <p:extLst>
      <p:ext uri="{BB962C8B-B14F-4D97-AF65-F5344CB8AC3E}">
        <p14:creationId xmlns:p14="http://schemas.microsoft.com/office/powerpoint/2010/main" val="297057759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スライド番号プレースホルダー 11"/>
          <p:cNvSpPr>
            <a:spLocks noGrp="1"/>
          </p:cNvSpPr>
          <p:nvPr>
            <p:ph type="sldNum" sz="quarter" idx="12"/>
          </p:nvPr>
        </p:nvSpPr>
        <p:spPr>
          <a:xfrm>
            <a:off x="5002611" y="11008235"/>
            <a:ext cx="1543050" cy="527403"/>
          </a:xfrm>
        </p:spPr>
        <p:txBody>
          <a:bodyPr/>
          <a:lstStyle/>
          <a:p>
            <a:fld id="{8DBAE1CF-20C8-4114-ADB2-E159DA3EDBFD}" type="slidenum">
              <a:rPr kumimoji="1" lang="ja-JP" altLang="en-US" smtClean="0"/>
              <a:t>3</a:t>
            </a:fld>
            <a:endParaRPr kumimoji="1" lang="ja-JP" altLang="en-US" dirty="0"/>
          </a:p>
        </p:txBody>
      </p:sp>
      <p:sp>
        <p:nvSpPr>
          <p:cNvPr id="24" name="角丸四角形 23"/>
          <p:cNvSpPr/>
          <p:nvPr/>
        </p:nvSpPr>
        <p:spPr>
          <a:xfrm>
            <a:off x="214032" y="1511439"/>
            <a:ext cx="5671937" cy="3436713"/>
          </a:xfrm>
          <a:prstGeom prst="roundRect">
            <a:avLst>
              <a:gd name="adj" fmla="val 7136"/>
            </a:avLst>
          </a:prstGeom>
          <a:solidFill>
            <a:srgbClr val="FBDF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45" name="グループ化 44"/>
          <p:cNvGrpSpPr/>
          <p:nvPr/>
        </p:nvGrpSpPr>
        <p:grpSpPr>
          <a:xfrm>
            <a:off x="385382" y="3574170"/>
            <a:ext cx="5329236" cy="977201"/>
            <a:chOff x="636468" y="7958857"/>
            <a:chExt cx="5329236" cy="977201"/>
          </a:xfrm>
        </p:grpSpPr>
        <p:pic>
          <p:nvPicPr>
            <p:cNvPr id="46" name="図 4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17384" y="7958857"/>
              <a:ext cx="580737" cy="716596"/>
            </a:xfrm>
            <a:prstGeom prst="rect">
              <a:avLst/>
            </a:prstGeom>
          </p:spPr>
        </p:pic>
        <p:sp>
          <p:nvSpPr>
            <p:cNvPr id="47" name="テキスト ボックス 46"/>
            <p:cNvSpPr txBox="1"/>
            <p:nvPr/>
          </p:nvSpPr>
          <p:spPr>
            <a:xfrm>
              <a:off x="797010" y="8008015"/>
              <a:ext cx="1012512" cy="473698"/>
            </a:xfrm>
            <a:prstGeom prst="rect">
              <a:avLst/>
            </a:prstGeom>
            <a:noFill/>
          </p:spPr>
          <p:txBody>
            <a:bodyPr wrap="square" rtlCol="0">
              <a:spAutoFit/>
            </a:bodyPr>
            <a:lstStyle/>
            <a:p>
              <a:r>
                <a:rPr lang="en-US" altLang="ja-JP" sz="2400" dirty="0" smtClean="0">
                  <a:solidFill>
                    <a:srgbClr val="00A0E9"/>
                  </a:solidFill>
                  <a:latin typeface="Tw Cen MT Condensed Extra Bold" panose="020B0803020202020204" pitchFamily="34" charset="0"/>
                </a:rPr>
                <a:t>POINT!</a:t>
              </a:r>
              <a:endParaRPr kumimoji="1" lang="ja-JP" altLang="en-US" sz="2400" dirty="0">
                <a:solidFill>
                  <a:srgbClr val="00A0E9"/>
                </a:solidFill>
                <a:latin typeface="Tw Cen MT Condensed Extra Bold" panose="020B0803020202020204" pitchFamily="34" charset="0"/>
              </a:endParaRPr>
            </a:p>
          </p:txBody>
        </p:sp>
        <p:sp>
          <p:nvSpPr>
            <p:cNvPr id="48" name="角丸四角形 47"/>
            <p:cNvSpPr/>
            <p:nvPr/>
          </p:nvSpPr>
          <p:spPr>
            <a:xfrm>
              <a:off x="636468" y="8434139"/>
              <a:ext cx="5329236" cy="501919"/>
            </a:xfrm>
            <a:prstGeom prst="roundRect">
              <a:avLst/>
            </a:prstGeom>
            <a:solidFill>
              <a:schemeClr val="bg1"/>
            </a:solidFill>
            <a:ln w="38100">
              <a:solidFill>
                <a:srgbClr val="00A0E9"/>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ja-JP" altLang="en-US" sz="1200" dirty="0" smtClean="0">
                  <a:solidFill>
                    <a:schemeClr val="tx1"/>
                  </a:solidFill>
                  <a:latin typeface="Meiryo UI" panose="020B0604030504040204" pitchFamily="50" charset="-128"/>
                  <a:ea typeface="Meiryo UI" panose="020B0604030504040204" pitchFamily="50" charset="-128"/>
                </a:rPr>
                <a:t>クローンをランダムな位置に生成するプログラムです。</a:t>
              </a:r>
              <a:endParaRPr lang="en-US" altLang="ja-JP" sz="1200" dirty="0" smtClean="0">
                <a:solidFill>
                  <a:schemeClr val="tx1"/>
                </a:solidFill>
                <a:latin typeface="Meiryo UI" panose="020B0604030504040204" pitchFamily="50" charset="-128"/>
                <a:ea typeface="Meiryo UI" panose="020B0604030504040204" pitchFamily="50" charset="-128"/>
              </a:endParaRPr>
            </a:p>
          </p:txBody>
        </p:sp>
      </p:grpSp>
      <p:sp>
        <p:nvSpPr>
          <p:cNvPr id="32" name="角丸四角形 31"/>
          <p:cNvSpPr/>
          <p:nvPr/>
        </p:nvSpPr>
        <p:spPr>
          <a:xfrm>
            <a:off x="279540" y="6024281"/>
            <a:ext cx="6059788" cy="3656431"/>
          </a:xfrm>
          <a:prstGeom prst="roundRect">
            <a:avLst>
              <a:gd name="adj" fmla="val 7136"/>
            </a:avLst>
          </a:prstGeom>
          <a:solidFill>
            <a:srgbClr val="FBDF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38" name="グループ化 37"/>
          <p:cNvGrpSpPr/>
          <p:nvPr/>
        </p:nvGrpSpPr>
        <p:grpSpPr>
          <a:xfrm>
            <a:off x="594271" y="8220591"/>
            <a:ext cx="5329236" cy="1125776"/>
            <a:chOff x="636468" y="7958857"/>
            <a:chExt cx="5329236" cy="1125776"/>
          </a:xfrm>
        </p:grpSpPr>
        <p:pic>
          <p:nvPicPr>
            <p:cNvPr id="39" name="図 3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17384" y="7958857"/>
              <a:ext cx="580737" cy="716596"/>
            </a:xfrm>
            <a:prstGeom prst="rect">
              <a:avLst/>
            </a:prstGeom>
          </p:spPr>
        </p:pic>
        <p:sp>
          <p:nvSpPr>
            <p:cNvPr id="40" name="テキスト ボックス 39"/>
            <p:cNvSpPr txBox="1"/>
            <p:nvPr/>
          </p:nvSpPr>
          <p:spPr>
            <a:xfrm>
              <a:off x="797010" y="8008015"/>
              <a:ext cx="1012512" cy="473698"/>
            </a:xfrm>
            <a:prstGeom prst="rect">
              <a:avLst/>
            </a:prstGeom>
            <a:noFill/>
          </p:spPr>
          <p:txBody>
            <a:bodyPr wrap="square" rtlCol="0">
              <a:spAutoFit/>
            </a:bodyPr>
            <a:lstStyle/>
            <a:p>
              <a:r>
                <a:rPr lang="en-US" altLang="ja-JP" sz="2400" dirty="0" smtClean="0">
                  <a:solidFill>
                    <a:srgbClr val="00A0E9"/>
                  </a:solidFill>
                  <a:latin typeface="Tw Cen MT Condensed Extra Bold" panose="020B0803020202020204" pitchFamily="34" charset="0"/>
                </a:rPr>
                <a:t>POINT!</a:t>
              </a:r>
              <a:endParaRPr kumimoji="1" lang="ja-JP" altLang="en-US" sz="2400" dirty="0">
                <a:solidFill>
                  <a:srgbClr val="00A0E9"/>
                </a:solidFill>
                <a:latin typeface="Tw Cen MT Condensed Extra Bold" panose="020B0803020202020204" pitchFamily="34" charset="0"/>
              </a:endParaRPr>
            </a:p>
          </p:txBody>
        </p:sp>
        <p:sp>
          <p:nvSpPr>
            <p:cNvPr id="41" name="角丸四角形 40"/>
            <p:cNvSpPr/>
            <p:nvPr/>
          </p:nvSpPr>
          <p:spPr>
            <a:xfrm>
              <a:off x="636468" y="8413202"/>
              <a:ext cx="5329236" cy="671431"/>
            </a:xfrm>
            <a:prstGeom prst="roundRect">
              <a:avLst/>
            </a:prstGeom>
            <a:solidFill>
              <a:schemeClr val="bg1"/>
            </a:solidFill>
            <a:ln w="38100">
              <a:solidFill>
                <a:srgbClr val="00A0E9"/>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altLang="ja-JP" sz="1200" dirty="0" smtClean="0">
                  <a:solidFill>
                    <a:schemeClr val="tx1"/>
                  </a:solidFill>
                  <a:latin typeface="Meiryo UI" panose="020B0604030504040204" pitchFamily="50" charset="-128"/>
                  <a:ea typeface="Meiryo UI" panose="020B0604030504040204" pitchFamily="50" charset="-128"/>
                </a:rPr>
                <a:t>d</a:t>
              </a:r>
              <a:r>
                <a:rPr lang="ja-JP" altLang="en-US" sz="1200" dirty="0" smtClean="0">
                  <a:solidFill>
                    <a:schemeClr val="tx1"/>
                  </a:solidFill>
                  <a:latin typeface="Meiryo UI" panose="020B0604030504040204" pitchFamily="50" charset="-128"/>
                  <a:ea typeface="Meiryo UI" panose="020B0604030504040204" pitchFamily="50" charset="-128"/>
                </a:rPr>
                <a:t>キーを押した時にロボットが移動するプログラムです。</a:t>
              </a:r>
              <a:r>
                <a:rPr lang="en-US" altLang="ja-JP" sz="1200" dirty="0" smtClean="0">
                  <a:solidFill>
                    <a:schemeClr val="tx1"/>
                  </a:solidFill>
                  <a:latin typeface="Meiryo UI" panose="020B0604030504040204" pitchFamily="50" charset="-128"/>
                  <a:ea typeface="Meiryo UI" panose="020B0604030504040204" pitchFamily="50" charset="-128"/>
                </a:rPr>
                <a:t>D</a:t>
              </a:r>
              <a:r>
                <a:rPr lang="ja-JP" altLang="en-US" sz="1200" dirty="0" smtClean="0">
                  <a:solidFill>
                    <a:schemeClr val="tx1"/>
                  </a:solidFill>
                  <a:latin typeface="Meiryo UI" panose="020B0604030504040204" pitchFamily="50" charset="-128"/>
                  <a:ea typeface="Meiryo UI" panose="020B0604030504040204" pitchFamily="50" charset="-128"/>
                </a:rPr>
                <a:t>キーを離せば停止します。</a:t>
              </a:r>
              <a:endParaRPr lang="en-US" altLang="ja-JP" sz="1200" dirty="0" smtClean="0">
                <a:solidFill>
                  <a:schemeClr val="tx1"/>
                </a:solidFill>
                <a:latin typeface="Meiryo UI" panose="020B0604030504040204" pitchFamily="50" charset="-128"/>
                <a:ea typeface="Meiryo UI" panose="020B0604030504040204" pitchFamily="50" charset="-128"/>
              </a:endParaRPr>
            </a:p>
          </p:txBody>
        </p:sp>
      </p:grpSp>
      <p:pic>
        <p:nvPicPr>
          <p:cNvPr id="43" name="図 42"/>
          <p:cNvPicPr>
            <a:picLocks noChangeAspect="1"/>
          </p:cNvPicPr>
          <p:nvPr/>
        </p:nvPicPr>
        <p:blipFill>
          <a:blip r:embed="rId4"/>
          <a:stretch>
            <a:fillRect/>
          </a:stretch>
        </p:blipFill>
        <p:spPr>
          <a:xfrm>
            <a:off x="3949781" y="6178154"/>
            <a:ext cx="734304" cy="680811"/>
          </a:xfrm>
          <a:prstGeom prst="rect">
            <a:avLst/>
          </a:prstGeom>
        </p:spPr>
      </p:pic>
      <p:pic>
        <p:nvPicPr>
          <p:cNvPr id="13" name="図 12"/>
          <p:cNvPicPr>
            <a:picLocks noChangeAspect="1"/>
          </p:cNvPicPr>
          <p:nvPr/>
        </p:nvPicPr>
        <p:blipFill>
          <a:blip r:embed="rId5"/>
          <a:stretch>
            <a:fillRect/>
          </a:stretch>
        </p:blipFill>
        <p:spPr>
          <a:xfrm>
            <a:off x="214032" y="749522"/>
            <a:ext cx="5352641" cy="662594"/>
          </a:xfrm>
          <a:prstGeom prst="rect">
            <a:avLst/>
          </a:prstGeom>
        </p:spPr>
      </p:pic>
      <p:pic>
        <p:nvPicPr>
          <p:cNvPr id="18" name="図 17"/>
          <p:cNvPicPr>
            <a:picLocks noChangeAspect="1"/>
          </p:cNvPicPr>
          <p:nvPr/>
        </p:nvPicPr>
        <p:blipFill>
          <a:blip r:embed="rId6"/>
          <a:stretch>
            <a:fillRect/>
          </a:stretch>
        </p:blipFill>
        <p:spPr>
          <a:xfrm>
            <a:off x="519533" y="1625178"/>
            <a:ext cx="1996290" cy="1662648"/>
          </a:xfrm>
          <a:prstGeom prst="rect">
            <a:avLst/>
          </a:prstGeom>
        </p:spPr>
      </p:pic>
      <p:pic>
        <p:nvPicPr>
          <p:cNvPr id="25" name="図 24"/>
          <p:cNvPicPr>
            <a:picLocks noChangeAspect="1"/>
          </p:cNvPicPr>
          <p:nvPr/>
        </p:nvPicPr>
        <p:blipFill>
          <a:blip r:embed="rId7"/>
          <a:stretch>
            <a:fillRect/>
          </a:stretch>
        </p:blipFill>
        <p:spPr>
          <a:xfrm>
            <a:off x="2821324" y="1625178"/>
            <a:ext cx="875130" cy="788365"/>
          </a:xfrm>
          <a:prstGeom prst="rect">
            <a:avLst/>
          </a:prstGeom>
        </p:spPr>
      </p:pic>
      <p:pic>
        <p:nvPicPr>
          <p:cNvPr id="26" name="図 25"/>
          <p:cNvPicPr>
            <a:picLocks noChangeAspect="1"/>
          </p:cNvPicPr>
          <p:nvPr/>
        </p:nvPicPr>
        <p:blipFill>
          <a:blip r:embed="rId8"/>
          <a:stretch>
            <a:fillRect/>
          </a:stretch>
        </p:blipFill>
        <p:spPr>
          <a:xfrm>
            <a:off x="214032" y="5186918"/>
            <a:ext cx="5683606" cy="685077"/>
          </a:xfrm>
          <a:prstGeom prst="rect">
            <a:avLst/>
          </a:prstGeom>
        </p:spPr>
      </p:pic>
      <p:pic>
        <p:nvPicPr>
          <p:cNvPr id="27" name="図 26"/>
          <p:cNvPicPr>
            <a:picLocks noChangeAspect="1"/>
          </p:cNvPicPr>
          <p:nvPr/>
        </p:nvPicPr>
        <p:blipFill>
          <a:blip r:embed="rId9"/>
          <a:stretch>
            <a:fillRect/>
          </a:stretch>
        </p:blipFill>
        <p:spPr>
          <a:xfrm>
            <a:off x="636376" y="6178154"/>
            <a:ext cx="3060078" cy="1939309"/>
          </a:xfrm>
          <a:prstGeom prst="rect">
            <a:avLst/>
          </a:prstGeom>
        </p:spPr>
      </p:pic>
    </p:spTree>
    <p:extLst>
      <p:ext uri="{BB962C8B-B14F-4D97-AF65-F5344CB8AC3E}">
        <p14:creationId xmlns:p14="http://schemas.microsoft.com/office/powerpoint/2010/main" val="351208760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スライド番号プレースホルダー 11"/>
          <p:cNvSpPr>
            <a:spLocks noGrp="1"/>
          </p:cNvSpPr>
          <p:nvPr>
            <p:ph type="sldNum" sz="quarter" idx="12"/>
          </p:nvPr>
        </p:nvSpPr>
        <p:spPr>
          <a:xfrm>
            <a:off x="5002611" y="11008235"/>
            <a:ext cx="1543050" cy="527403"/>
          </a:xfrm>
        </p:spPr>
        <p:txBody>
          <a:bodyPr/>
          <a:lstStyle/>
          <a:p>
            <a:fld id="{8DBAE1CF-20C8-4114-ADB2-E159DA3EDBFD}" type="slidenum">
              <a:rPr kumimoji="1" lang="ja-JP" altLang="en-US" smtClean="0"/>
              <a:t>4</a:t>
            </a:fld>
            <a:endParaRPr kumimoji="1" lang="ja-JP" altLang="en-US" dirty="0"/>
          </a:p>
        </p:txBody>
      </p:sp>
      <p:sp>
        <p:nvSpPr>
          <p:cNvPr id="24" name="角丸四角形 23"/>
          <p:cNvSpPr/>
          <p:nvPr/>
        </p:nvSpPr>
        <p:spPr>
          <a:xfrm>
            <a:off x="214032" y="1478168"/>
            <a:ext cx="6432657" cy="3240599"/>
          </a:xfrm>
          <a:prstGeom prst="roundRect">
            <a:avLst>
              <a:gd name="adj" fmla="val 7136"/>
            </a:avLst>
          </a:prstGeom>
          <a:solidFill>
            <a:srgbClr val="FBDF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角丸四角形 49"/>
          <p:cNvSpPr/>
          <p:nvPr/>
        </p:nvSpPr>
        <p:spPr>
          <a:xfrm>
            <a:off x="214032" y="5438463"/>
            <a:ext cx="6390507" cy="4400591"/>
          </a:xfrm>
          <a:prstGeom prst="roundRect">
            <a:avLst>
              <a:gd name="adj" fmla="val 7136"/>
            </a:avLst>
          </a:prstGeom>
          <a:solidFill>
            <a:srgbClr val="FBDF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45" name="グループ化 44"/>
          <p:cNvGrpSpPr/>
          <p:nvPr/>
        </p:nvGrpSpPr>
        <p:grpSpPr>
          <a:xfrm>
            <a:off x="808832" y="8805023"/>
            <a:ext cx="5426146" cy="841148"/>
            <a:chOff x="636467" y="7958857"/>
            <a:chExt cx="5426146" cy="841148"/>
          </a:xfrm>
        </p:grpSpPr>
        <p:pic>
          <p:nvPicPr>
            <p:cNvPr id="46" name="図 4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17384" y="7958857"/>
              <a:ext cx="580737" cy="716596"/>
            </a:xfrm>
            <a:prstGeom prst="rect">
              <a:avLst/>
            </a:prstGeom>
          </p:spPr>
        </p:pic>
        <p:sp>
          <p:nvSpPr>
            <p:cNvPr id="47" name="テキスト ボックス 46"/>
            <p:cNvSpPr txBox="1"/>
            <p:nvPr/>
          </p:nvSpPr>
          <p:spPr>
            <a:xfrm>
              <a:off x="797010" y="8008015"/>
              <a:ext cx="1012512" cy="473698"/>
            </a:xfrm>
            <a:prstGeom prst="rect">
              <a:avLst/>
            </a:prstGeom>
            <a:noFill/>
          </p:spPr>
          <p:txBody>
            <a:bodyPr wrap="square" rtlCol="0">
              <a:spAutoFit/>
            </a:bodyPr>
            <a:lstStyle/>
            <a:p>
              <a:r>
                <a:rPr lang="en-US" altLang="ja-JP" sz="2400" dirty="0" smtClean="0">
                  <a:solidFill>
                    <a:srgbClr val="00A0E9"/>
                  </a:solidFill>
                  <a:latin typeface="Tw Cen MT Condensed Extra Bold" panose="020B0803020202020204" pitchFamily="34" charset="0"/>
                </a:rPr>
                <a:t>POINT!</a:t>
              </a:r>
              <a:endParaRPr kumimoji="1" lang="ja-JP" altLang="en-US" sz="2400" dirty="0">
                <a:solidFill>
                  <a:srgbClr val="00A0E9"/>
                </a:solidFill>
                <a:latin typeface="Tw Cen MT Condensed Extra Bold" panose="020B0803020202020204" pitchFamily="34" charset="0"/>
              </a:endParaRPr>
            </a:p>
          </p:txBody>
        </p:sp>
        <p:sp>
          <p:nvSpPr>
            <p:cNvPr id="48" name="角丸四角形 47"/>
            <p:cNvSpPr/>
            <p:nvPr/>
          </p:nvSpPr>
          <p:spPr>
            <a:xfrm>
              <a:off x="636467" y="8434139"/>
              <a:ext cx="5426146" cy="365866"/>
            </a:xfrm>
            <a:prstGeom prst="roundRect">
              <a:avLst/>
            </a:prstGeom>
            <a:solidFill>
              <a:schemeClr val="bg1"/>
            </a:solidFill>
            <a:ln w="38100">
              <a:solidFill>
                <a:srgbClr val="00A0E9"/>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altLang="ja-JP" sz="1200" dirty="0" err="1" smtClean="0">
                  <a:solidFill>
                    <a:schemeClr val="tx1"/>
                  </a:solidFill>
                  <a:latin typeface="Meiryo UI" panose="020B0604030504040204" pitchFamily="50" charset="-128"/>
                  <a:ea typeface="Meiryo UI" panose="020B0604030504040204" pitchFamily="50" charset="-128"/>
                </a:rPr>
                <a:t>a,d,w,s</a:t>
              </a:r>
              <a:r>
                <a:rPr lang="ja-JP" altLang="en-US" sz="1200" dirty="0" smtClean="0">
                  <a:solidFill>
                    <a:schemeClr val="tx1"/>
                  </a:solidFill>
                  <a:latin typeface="Meiryo UI" panose="020B0604030504040204" pitchFamily="50" charset="-128"/>
                  <a:ea typeface="Meiryo UI" panose="020B0604030504040204" pitchFamily="50" charset="-128"/>
                </a:rPr>
                <a:t>キーを押してロボットを操作するプログラムです。リンゴに触れると止まります。</a:t>
              </a:r>
              <a:endParaRPr lang="en-US" altLang="ja-JP" sz="1200" dirty="0" smtClean="0">
                <a:solidFill>
                  <a:schemeClr val="tx1"/>
                </a:solidFill>
                <a:latin typeface="Meiryo UI" panose="020B0604030504040204" pitchFamily="50" charset="-128"/>
                <a:ea typeface="Meiryo UI" panose="020B0604030504040204" pitchFamily="50" charset="-128"/>
              </a:endParaRPr>
            </a:p>
          </p:txBody>
        </p:sp>
      </p:grpSp>
      <p:grpSp>
        <p:nvGrpSpPr>
          <p:cNvPr id="34" name="グループ化 33"/>
          <p:cNvGrpSpPr/>
          <p:nvPr/>
        </p:nvGrpSpPr>
        <p:grpSpPr>
          <a:xfrm>
            <a:off x="513811" y="3571229"/>
            <a:ext cx="6016188" cy="1009359"/>
            <a:chOff x="601849" y="7958857"/>
            <a:chExt cx="6016188" cy="1009359"/>
          </a:xfrm>
        </p:grpSpPr>
        <p:pic>
          <p:nvPicPr>
            <p:cNvPr id="36" name="図 3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17384" y="7958857"/>
              <a:ext cx="580737" cy="716596"/>
            </a:xfrm>
            <a:prstGeom prst="rect">
              <a:avLst/>
            </a:prstGeom>
          </p:spPr>
        </p:pic>
        <p:sp>
          <p:nvSpPr>
            <p:cNvPr id="37" name="テキスト ボックス 36"/>
            <p:cNvSpPr txBox="1"/>
            <p:nvPr/>
          </p:nvSpPr>
          <p:spPr>
            <a:xfrm>
              <a:off x="797010" y="8008015"/>
              <a:ext cx="1012512" cy="473698"/>
            </a:xfrm>
            <a:prstGeom prst="rect">
              <a:avLst/>
            </a:prstGeom>
            <a:noFill/>
          </p:spPr>
          <p:txBody>
            <a:bodyPr wrap="square" rtlCol="0">
              <a:spAutoFit/>
            </a:bodyPr>
            <a:lstStyle/>
            <a:p>
              <a:r>
                <a:rPr lang="en-US" altLang="ja-JP" sz="2400" dirty="0" smtClean="0">
                  <a:solidFill>
                    <a:srgbClr val="00A0E9"/>
                  </a:solidFill>
                  <a:latin typeface="Tw Cen MT Condensed Extra Bold" panose="020B0803020202020204" pitchFamily="34" charset="0"/>
                </a:rPr>
                <a:t>POINT!</a:t>
              </a:r>
              <a:endParaRPr kumimoji="1" lang="ja-JP" altLang="en-US" sz="2400" dirty="0">
                <a:solidFill>
                  <a:srgbClr val="00A0E9"/>
                </a:solidFill>
                <a:latin typeface="Tw Cen MT Condensed Extra Bold" panose="020B0803020202020204" pitchFamily="34" charset="0"/>
              </a:endParaRPr>
            </a:p>
          </p:txBody>
        </p:sp>
        <p:sp>
          <p:nvSpPr>
            <p:cNvPr id="38" name="角丸四角形 37"/>
            <p:cNvSpPr/>
            <p:nvPr/>
          </p:nvSpPr>
          <p:spPr>
            <a:xfrm>
              <a:off x="601849" y="8434265"/>
              <a:ext cx="6016188" cy="533951"/>
            </a:xfrm>
            <a:prstGeom prst="roundRect">
              <a:avLst/>
            </a:prstGeom>
            <a:solidFill>
              <a:schemeClr val="bg1"/>
            </a:solidFill>
            <a:ln w="38100">
              <a:solidFill>
                <a:srgbClr val="00A0E9"/>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ja-JP" altLang="en-US" sz="1200" dirty="0" smtClean="0">
                  <a:solidFill>
                    <a:schemeClr val="tx1"/>
                  </a:solidFill>
                  <a:latin typeface="Meiryo UI" panose="020B0604030504040204" pitchFamily="50" charset="-128"/>
                  <a:ea typeface="Meiryo UI" panose="020B0604030504040204" pitchFamily="50" charset="-128"/>
                </a:rPr>
                <a:t>画面内をロボットが自由に動くプログラムです。リンゴに</a:t>
              </a:r>
              <a:r>
                <a:rPr lang="ja-JP" altLang="en-US" sz="1200" dirty="0">
                  <a:solidFill>
                    <a:schemeClr val="tx1"/>
                  </a:solidFill>
                  <a:latin typeface="Meiryo UI" panose="020B0604030504040204" pitchFamily="50" charset="-128"/>
                  <a:ea typeface="Meiryo UI" panose="020B0604030504040204" pitchFamily="50" charset="-128"/>
                </a:rPr>
                <a:t>触れる</a:t>
              </a:r>
              <a:r>
                <a:rPr lang="ja-JP" altLang="en-US" sz="1200" dirty="0" smtClean="0">
                  <a:solidFill>
                    <a:schemeClr val="tx1"/>
                  </a:solidFill>
                  <a:latin typeface="Meiryo UI" panose="020B0604030504040204" pitchFamily="50" charset="-128"/>
                  <a:ea typeface="Meiryo UI" panose="020B0604030504040204" pitchFamily="50" charset="-128"/>
                </a:rPr>
                <a:t>と「リンゴをとった！」とメッセージと共に動きが止まります。</a:t>
              </a:r>
              <a:endParaRPr lang="en-US" altLang="ja-JP" sz="1200" dirty="0" smtClean="0">
                <a:solidFill>
                  <a:schemeClr val="tx1"/>
                </a:solidFill>
                <a:latin typeface="Meiryo UI" panose="020B0604030504040204" pitchFamily="50" charset="-128"/>
                <a:ea typeface="Meiryo UI" panose="020B0604030504040204" pitchFamily="50" charset="-128"/>
              </a:endParaRPr>
            </a:p>
          </p:txBody>
        </p:sp>
      </p:grpSp>
      <p:pic>
        <p:nvPicPr>
          <p:cNvPr id="41" name="図 40"/>
          <p:cNvPicPr>
            <a:picLocks noChangeAspect="1"/>
          </p:cNvPicPr>
          <p:nvPr/>
        </p:nvPicPr>
        <p:blipFill>
          <a:blip r:embed="rId4"/>
          <a:stretch>
            <a:fillRect/>
          </a:stretch>
        </p:blipFill>
        <p:spPr>
          <a:xfrm>
            <a:off x="3006834" y="1606687"/>
            <a:ext cx="837564" cy="776549"/>
          </a:xfrm>
          <a:prstGeom prst="rect">
            <a:avLst/>
          </a:prstGeom>
        </p:spPr>
      </p:pic>
      <p:pic>
        <p:nvPicPr>
          <p:cNvPr id="42" name="図 41"/>
          <p:cNvPicPr>
            <a:picLocks noChangeAspect="1"/>
          </p:cNvPicPr>
          <p:nvPr/>
        </p:nvPicPr>
        <p:blipFill>
          <a:blip r:embed="rId4"/>
          <a:stretch>
            <a:fillRect/>
          </a:stretch>
        </p:blipFill>
        <p:spPr>
          <a:xfrm>
            <a:off x="2899533" y="5645773"/>
            <a:ext cx="837564" cy="776549"/>
          </a:xfrm>
          <a:prstGeom prst="rect">
            <a:avLst/>
          </a:prstGeom>
        </p:spPr>
      </p:pic>
      <p:pic>
        <p:nvPicPr>
          <p:cNvPr id="2" name="図 1"/>
          <p:cNvPicPr>
            <a:picLocks noChangeAspect="1"/>
          </p:cNvPicPr>
          <p:nvPr/>
        </p:nvPicPr>
        <p:blipFill>
          <a:blip r:embed="rId5"/>
          <a:stretch>
            <a:fillRect/>
          </a:stretch>
        </p:blipFill>
        <p:spPr>
          <a:xfrm>
            <a:off x="94093" y="757409"/>
            <a:ext cx="5302366" cy="652962"/>
          </a:xfrm>
          <a:prstGeom prst="rect">
            <a:avLst/>
          </a:prstGeom>
        </p:spPr>
      </p:pic>
      <p:pic>
        <p:nvPicPr>
          <p:cNvPr id="13" name="図 12"/>
          <p:cNvPicPr>
            <a:picLocks noChangeAspect="1"/>
          </p:cNvPicPr>
          <p:nvPr/>
        </p:nvPicPr>
        <p:blipFill>
          <a:blip r:embed="rId6"/>
          <a:stretch>
            <a:fillRect/>
          </a:stretch>
        </p:blipFill>
        <p:spPr>
          <a:xfrm>
            <a:off x="591409" y="1570918"/>
            <a:ext cx="1997644" cy="1977692"/>
          </a:xfrm>
          <a:prstGeom prst="rect">
            <a:avLst/>
          </a:prstGeom>
        </p:spPr>
      </p:pic>
      <p:pic>
        <p:nvPicPr>
          <p:cNvPr id="15" name="図 14"/>
          <p:cNvPicPr>
            <a:picLocks noChangeAspect="1"/>
          </p:cNvPicPr>
          <p:nvPr/>
        </p:nvPicPr>
        <p:blipFill>
          <a:blip r:embed="rId7"/>
          <a:stretch>
            <a:fillRect/>
          </a:stretch>
        </p:blipFill>
        <p:spPr>
          <a:xfrm>
            <a:off x="214032" y="4754051"/>
            <a:ext cx="5327598" cy="649128"/>
          </a:xfrm>
          <a:prstGeom prst="rect">
            <a:avLst/>
          </a:prstGeom>
        </p:spPr>
      </p:pic>
      <p:pic>
        <p:nvPicPr>
          <p:cNvPr id="26" name="図 25"/>
          <p:cNvPicPr>
            <a:picLocks noChangeAspect="1"/>
          </p:cNvPicPr>
          <p:nvPr/>
        </p:nvPicPr>
        <p:blipFill>
          <a:blip r:embed="rId8"/>
          <a:stretch>
            <a:fillRect/>
          </a:stretch>
        </p:blipFill>
        <p:spPr>
          <a:xfrm>
            <a:off x="513811" y="5638931"/>
            <a:ext cx="1864727" cy="1781719"/>
          </a:xfrm>
          <a:prstGeom prst="rect">
            <a:avLst/>
          </a:prstGeom>
        </p:spPr>
      </p:pic>
      <p:pic>
        <p:nvPicPr>
          <p:cNvPr id="27" name="図 26"/>
          <p:cNvPicPr>
            <a:picLocks noChangeAspect="1"/>
          </p:cNvPicPr>
          <p:nvPr/>
        </p:nvPicPr>
        <p:blipFill>
          <a:blip r:embed="rId9"/>
          <a:stretch>
            <a:fillRect/>
          </a:stretch>
        </p:blipFill>
        <p:spPr>
          <a:xfrm>
            <a:off x="3006834" y="6746902"/>
            <a:ext cx="1718981" cy="1093897"/>
          </a:xfrm>
          <a:prstGeom prst="rect">
            <a:avLst/>
          </a:prstGeom>
        </p:spPr>
      </p:pic>
      <p:pic>
        <p:nvPicPr>
          <p:cNvPr id="28" name="図 27"/>
          <p:cNvPicPr>
            <a:picLocks noChangeAspect="1"/>
          </p:cNvPicPr>
          <p:nvPr/>
        </p:nvPicPr>
        <p:blipFill>
          <a:blip r:embed="rId10"/>
          <a:stretch>
            <a:fillRect/>
          </a:stretch>
        </p:blipFill>
        <p:spPr>
          <a:xfrm>
            <a:off x="4806850" y="6763428"/>
            <a:ext cx="1697232" cy="1100616"/>
          </a:xfrm>
          <a:prstGeom prst="rect">
            <a:avLst/>
          </a:prstGeom>
        </p:spPr>
      </p:pic>
      <p:pic>
        <p:nvPicPr>
          <p:cNvPr id="29" name="図 28"/>
          <p:cNvPicPr>
            <a:picLocks noChangeAspect="1"/>
          </p:cNvPicPr>
          <p:nvPr/>
        </p:nvPicPr>
        <p:blipFill>
          <a:blip r:embed="rId11"/>
          <a:stretch>
            <a:fillRect/>
          </a:stretch>
        </p:blipFill>
        <p:spPr>
          <a:xfrm>
            <a:off x="2248650" y="7916083"/>
            <a:ext cx="2113120" cy="931337"/>
          </a:xfrm>
          <a:prstGeom prst="rect">
            <a:avLst/>
          </a:prstGeom>
        </p:spPr>
      </p:pic>
      <p:pic>
        <p:nvPicPr>
          <p:cNvPr id="30" name="図 29"/>
          <p:cNvPicPr>
            <a:picLocks noChangeAspect="1"/>
          </p:cNvPicPr>
          <p:nvPr/>
        </p:nvPicPr>
        <p:blipFill>
          <a:blip r:embed="rId12"/>
          <a:stretch>
            <a:fillRect/>
          </a:stretch>
        </p:blipFill>
        <p:spPr>
          <a:xfrm>
            <a:off x="4430887" y="7939612"/>
            <a:ext cx="2073195" cy="914569"/>
          </a:xfrm>
          <a:prstGeom prst="rect">
            <a:avLst/>
          </a:prstGeom>
        </p:spPr>
      </p:pic>
    </p:spTree>
    <p:extLst>
      <p:ext uri="{BB962C8B-B14F-4D97-AF65-F5344CB8AC3E}">
        <p14:creationId xmlns:p14="http://schemas.microsoft.com/office/powerpoint/2010/main" val="351556736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スライド番号プレースホルダー 11"/>
          <p:cNvSpPr>
            <a:spLocks noGrp="1"/>
          </p:cNvSpPr>
          <p:nvPr>
            <p:ph type="sldNum" sz="quarter" idx="12"/>
          </p:nvPr>
        </p:nvSpPr>
        <p:spPr>
          <a:xfrm>
            <a:off x="5002611" y="11008235"/>
            <a:ext cx="1543050" cy="527403"/>
          </a:xfrm>
        </p:spPr>
        <p:txBody>
          <a:bodyPr/>
          <a:lstStyle/>
          <a:p>
            <a:fld id="{8DBAE1CF-20C8-4114-ADB2-E159DA3EDBFD}" type="slidenum">
              <a:rPr kumimoji="1" lang="ja-JP" altLang="en-US" smtClean="0"/>
              <a:t>5</a:t>
            </a:fld>
            <a:endParaRPr kumimoji="1" lang="ja-JP" altLang="en-US" dirty="0"/>
          </a:p>
        </p:txBody>
      </p:sp>
      <p:sp>
        <p:nvSpPr>
          <p:cNvPr id="24" name="角丸四角形 23"/>
          <p:cNvSpPr/>
          <p:nvPr/>
        </p:nvSpPr>
        <p:spPr>
          <a:xfrm>
            <a:off x="214032" y="1511440"/>
            <a:ext cx="6432657" cy="7999819"/>
          </a:xfrm>
          <a:prstGeom prst="roundRect">
            <a:avLst>
              <a:gd name="adj" fmla="val 7136"/>
            </a:avLst>
          </a:prstGeom>
          <a:solidFill>
            <a:srgbClr val="FBDF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34" name="グループ化 33"/>
          <p:cNvGrpSpPr/>
          <p:nvPr/>
        </p:nvGrpSpPr>
        <p:grpSpPr>
          <a:xfrm>
            <a:off x="422266" y="8033453"/>
            <a:ext cx="6016188" cy="1119511"/>
            <a:chOff x="636467" y="7958857"/>
            <a:chExt cx="6016188" cy="1119511"/>
          </a:xfrm>
        </p:grpSpPr>
        <p:pic>
          <p:nvPicPr>
            <p:cNvPr id="36" name="図 3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17384" y="7958857"/>
              <a:ext cx="580737" cy="716596"/>
            </a:xfrm>
            <a:prstGeom prst="rect">
              <a:avLst/>
            </a:prstGeom>
          </p:spPr>
        </p:pic>
        <p:sp>
          <p:nvSpPr>
            <p:cNvPr id="37" name="テキスト ボックス 36"/>
            <p:cNvSpPr txBox="1"/>
            <p:nvPr/>
          </p:nvSpPr>
          <p:spPr>
            <a:xfrm>
              <a:off x="797010" y="8008015"/>
              <a:ext cx="1012512" cy="473698"/>
            </a:xfrm>
            <a:prstGeom prst="rect">
              <a:avLst/>
            </a:prstGeom>
            <a:noFill/>
          </p:spPr>
          <p:txBody>
            <a:bodyPr wrap="square" rtlCol="0">
              <a:spAutoFit/>
            </a:bodyPr>
            <a:lstStyle/>
            <a:p>
              <a:r>
                <a:rPr lang="en-US" altLang="ja-JP" sz="2400" dirty="0" smtClean="0">
                  <a:solidFill>
                    <a:srgbClr val="00A0E9"/>
                  </a:solidFill>
                  <a:latin typeface="Tw Cen MT Condensed Extra Bold" panose="020B0803020202020204" pitchFamily="34" charset="0"/>
                </a:rPr>
                <a:t>POINT!</a:t>
              </a:r>
              <a:endParaRPr kumimoji="1" lang="ja-JP" altLang="en-US" sz="2400" dirty="0">
                <a:solidFill>
                  <a:srgbClr val="00A0E9"/>
                </a:solidFill>
                <a:latin typeface="Tw Cen MT Condensed Extra Bold" panose="020B0803020202020204" pitchFamily="34" charset="0"/>
              </a:endParaRPr>
            </a:p>
          </p:txBody>
        </p:sp>
        <p:sp>
          <p:nvSpPr>
            <p:cNvPr id="38" name="角丸四角形 37"/>
            <p:cNvSpPr/>
            <p:nvPr/>
          </p:nvSpPr>
          <p:spPr>
            <a:xfrm>
              <a:off x="636467" y="8434139"/>
              <a:ext cx="6016188" cy="644229"/>
            </a:xfrm>
            <a:prstGeom prst="roundRect">
              <a:avLst/>
            </a:prstGeom>
            <a:solidFill>
              <a:schemeClr val="bg1"/>
            </a:solidFill>
            <a:ln w="38100">
              <a:solidFill>
                <a:srgbClr val="00A0E9"/>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altLang="ja-JP" sz="1200" dirty="0" err="1" smtClean="0">
                  <a:solidFill>
                    <a:schemeClr val="tx1"/>
                  </a:solidFill>
                  <a:latin typeface="Meiryo UI" panose="020B0604030504040204" pitchFamily="50" charset="-128"/>
                  <a:ea typeface="Meiryo UI" panose="020B0604030504040204" pitchFamily="50" charset="-128"/>
                </a:rPr>
                <a:t>a</a:t>
              </a:r>
              <a:r>
                <a:rPr lang="en-US" altLang="ja-JP" sz="1200" dirty="0" err="1" smtClean="0">
                  <a:solidFill>
                    <a:schemeClr val="tx1"/>
                  </a:solidFill>
                  <a:latin typeface="Meiryo UI" panose="020B0604030504040204" pitchFamily="50" charset="-128"/>
                  <a:ea typeface="Meiryo UI" panose="020B0604030504040204" pitchFamily="50" charset="-128"/>
                </a:rPr>
                <a:t>,d,w,s</a:t>
              </a:r>
              <a:r>
                <a:rPr lang="ja-JP" altLang="en-US" sz="1200" dirty="0" smtClean="0">
                  <a:solidFill>
                    <a:schemeClr val="tx1"/>
                  </a:solidFill>
                  <a:latin typeface="Meiryo UI" panose="020B0604030504040204" pitchFamily="50" charset="-128"/>
                  <a:ea typeface="Meiryo UI" panose="020B0604030504040204" pitchFamily="50" charset="-128"/>
                </a:rPr>
                <a:t>キーでロボットを操作します。リンゴにたどり着くまでの歩数を数えて最終的は歩数と表示します。</a:t>
              </a:r>
              <a:endParaRPr lang="en-US" altLang="ja-JP" sz="1200" dirty="0" smtClean="0">
                <a:solidFill>
                  <a:schemeClr val="tx1"/>
                </a:solidFill>
                <a:latin typeface="Meiryo UI" panose="020B0604030504040204" pitchFamily="50" charset="-128"/>
                <a:ea typeface="Meiryo UI" panose="020B0604030504040204" pitchFamily="50" charset="-128"/>
              </a:endParaRPr>
            </a:p>
          </p:txBody>
        </p:sp>
      </p:grpSp>
      <p:pic>
        <p:nvPicPr>
          <p:cNvPr id="29" name="図 28"/>
          <p:cNvPicPr>
            <a:picLocks noChangeAspect="1"/>
          </p:cNvPicPr>
          <p:nvPr/>
        </p:nvPicPr>
        <p:blipFill>
          <a:blip r:embed="rId4"/>
          <a:stretch>
            <a:fillRect/>
          </a:stretch>
        </p:blipFill>
        <p:spPr>
          <a:xfrm>
            <a:off x="4200791" y="2015377"/>
            <a:ext cx="837564" cy="776549"/>
          </a:xfrm>
          <a:prstGeom prst="rect">
            <a:avLst/>
          </a:prstGeom>
        </p:spPr>
      </p:pic>
      <p:pic>
        <p:nvPicPr>
          <p:cNvPr id="14" name="図 13"/>
          <p:cNvPicPr>
            <a:picLocks noChangeAspect="1"/>
          </p:cNvPicPr>
          <p:nvPr/>
        </p:nvPicPr>
        <p:blipFill>
          <a:blip r:embed="rId5"/>
          <a:stretch>
            <a:fillRect/>
          </a:stretch>
        </p:blipFill>
        <p:spPr>
          <a:xfrm>
            <a:off x="88532" y="771639"/>
            <a:ext cx="5685604" cy="722317"/>
          </a:xfrm>
          <a:prstGeom prst="rect">
            <a:avLst/>
          </a:prstGeom>
        </p:spPr>
      </p:pic>
      <p:pic>
        <p:nvPicPr>
          <p:cNvPr id="15" name="図 14"/>
          <p:cNvPicPr>
            <a:picLocks noChangeAspect="1"/>
          </p:cNvPicPr>
          <p:nvPr/>
        </p:nvPicPr>
        <p:blipFill>
          <a:blip r:embed="rId6"/>
          <a:stretch>
            <a:fillRect/>
          </a:stretch>
        </p:blipFill>
        <p:spPr>
          <a:xfrm>
            <a:off x="778039" y="1779385"/>
            <a:ext cx="2651983" cy="2091705"/>
          </a:xfrm>
          <a:prstGeom prst="rect">
            <a:avLst/>
          </a:prstGeom>
        </p:spPr>
      </p:pic>
      <p:pic>
        <p:nvPicPr>
          <p:cNvPr id="18" name="図 17"/>
          <p:cNvPicPr>
            <a:picLocks noChangeAspect="1"/>
          </p:cNvPicPr>
          <p:nvPr/>
        </p:nvPicPr>
        <p:blipFill>
          <a:blip r:embed="rId7"/>
          <a:stretch>
            <a:fillRect/>
          </a:stretch>
        </p:blipFill>
        <p:spPr>
          <a:xfrm>
            <a:off x="709328" y="4274005"/>
            <a:ext cx="2421412" cy="1759093"/>
          </a:xfrm>
          <a:prstGeom prst="rect">
            <a:avLst/>
          </a:prstGeom>
        </p:spPr>
      </p:pic>
      <p:pic>
        <p:nvPicPr>
          <p:cNvPr id="23" name="図 22"/>
          <p:cNvPicPr>
            <a:picLocks noChangeAspect="1"/>
          </p:cNvPicPr>
          <p:nvPr/>
        </p:nvPicPr>
        <p:blipFill>
          <a:blip r:embed="rId8"/>
          <a:stretch>
            <a:fillRect/>
          </a:stretch>
        </p:blipFill>
        <p:spPr>
          <a:xfrm>
            <a:off x="3350605" y="4274005"/>
            <a:ext cx="2414562" cy="1759093"/>
          </a:xfrm>
          <a:prstGeom prst="rect">
            <a:avLst/>
          </a:prstGeom>
        </p:spPr>
      </p:pic>
      <p:pic>
        <p:nvPicPr>
          <p:cNvPr id="25" name="図 24"/>
          <p:cNvPicPr>
            <a:picLocks noChangeAspect="1"/>
          </p:cNvPicPr>
          <p:nvPr/>
        </p:nvPicPr>
        <p:blipFill>
          <a:blip r:embed="rId9"/>
          <a:stretch>
            <a:fillRect/>
          </a:stretch>
        </p:blipFill>
        <p:spPr>
          <a:xfrm>
            <a:off x="3350605" y="6180182"/>
            <a:ext cx="2577011" cy="1373763"/>
          </a:xfrm>
          <a:prstGeom prst="rect">
            <a:avLst/>
          </a:prstGeom>
        </p:spPr>
      </p:pic>
      <p:pic>
        <p:nvPicPr>
          <p:cNvPr id="26" name="図 25"/>
          <p:cNvPicPr>
            <a:picLocks noChangeAspect="1"/>
          </p:cNvPicPr>
          <p:nvPr/>
        </p:nvPicPr>
        <p:blipFill>
          <a:blip r:embed="rId10"/>
          <a:stretch>
            <a:fillRect/>
          </a:stretch>
        </p:blipFill>
        <p:spPr>
          <a:xfrm>
            <a:off x="652837" y="6180182"/>
            <a:ext cx="2534395" cy="1351890"/>
          </a:xfrm>
          <a:prstGeom prst="rect">
            <a:avLst/>
          </a:prstGeom>
        </p:spPr>
      </p:pic>
    </p:spTree>
    <p:extLst>
      <p:ext uri="{BB962C8B-B14F-4D97-AF65-F5344CB8AC3E}">
        <p14:creationId xmlns:p14="http://schemas.microsoft.com/office/powerpoint/2010/main" val="246476791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テーマ">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28575">
          <a:solidFill>
            <a:srgbClr val="FF0000"/>
          </a:solidFill>
        </a:ln>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1260</TotalTime>
  <Words>281</Words>
  <Application>Microsoft Office PowerPoint</Application>
  <PresentationFormat>A4 210 x 297 mm</PresentationFormat>
  <Paragraphs>30</Paragraphs>
  <Slides>5</Slides>
  <Notes>5</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5</vt:i4>
      </vt:variant>
    </vt:vector>
  </HeadingPairs>
  <TitlesOfParts>
    <vt:vector size="12" baseType="lpstr">
      <vt:lpstr>Meiryo UI</vt:lpstr>
      <vt:lpstr>ＭＳ Ｐゴシック</vt:lpstr>
      <vt:lpstr>Arial</vt:lpstr>
      <vt:lpstr>Calibri</vt:lpstr>
      <vt:lpstr>Calibri Light</vt:lpstr>
      <vt:lpstr>Tw Cen MT Condensed Extra Bold</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宇都宮 亮一</dc:creator>
  <cp:lastModifiedBy>松田 瑛</cp:lastModifiedBy>
  <cp:revision>78</cp:revision>
  <cp:lastPrinted>2023-11-17T05:55:17Z</cp:lastPrinted>
  <dcterms:created xsi:type="dcterms:W3CDTF">2023-09-21T11:34:36Z</dcterms:created>
  <dcterms:modified xsi:type="dcterms:W3CDTF">2024-04-18T09:42:41Z</dcterms:modified>
</cp:coreProperties>
</file>